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Tuples, Sets &amp; Dictionaries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Collections • Unique values • Key → Value • Structured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5,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Tuples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Ordered + immutable.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Unpacking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Assign tuple elements to variables.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Store unique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Set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Union, intersection, difference.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Dictionaries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Store key → value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Nested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Work with lists + dictionaries.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The Four Collection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Choose the structure based on how you use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[10, 20, 30]</a:t>
            </a:r>
            <a:br/>
            <a:br/>
            <a:r>
              <a:t>Ordered</a:t>
            </a:r>
            <a:br/>
            <a:r>
              <a:t>Mutable</a:t>
            </a:r>
            <a:br/>
            <a:r>
              <a:t>Duplicates allowed</a:t>
            </a:r>
            <a:br/>
            <a:r>
              <a:t>Index based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73152" cy="45720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Tuple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21408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(10, 20, 30)</a:t>
            </a:r>
            <a:br/>
            <a:br/>
            <a:r>
              <a:t>Ordered</a:t>
            </a:r>
            <a:br/>
            <a:r>
              <a:t>Immutable</a:t>
            </a:r>
            <a:br/>
            <a:r>
              <a:t>Duplicates allowed</a:t>
            </a:r>
            <a:br/>
            <a:r>
              <a:t>Index based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73152" cy="45720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21408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{10, 20, 30}</a:t>
            </a:r>
            <a:br/>
            <a:br/>
            <a:r>
              <a:t>Unique values</a:t>
            </a:r>
            <a:br/>
            <a:r>
              <a:t>No normal indexing</a:t>
            </a:r>
            <a:br/>
            <a:r>
              <a:t>Set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423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73152" cy="45720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60020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Dictionary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21408"/>
            <a:ext cx="1920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{"name": "Yohan"}</a:t>
            </a:r>
            <a:br/>
            <a:br/>
            <a:r>
              <a:t>Key → value</a:t>
            </a:r>
            <a:br/>
            <a:r>
              <a:t>Mutable</a:t>
            </a:r>
            <a:br/>
            <a:r>
              <a:t>Structured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Tuples are ordered and immutable.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person = ("Yohan", 22, "India")</a:t>
            </a:r>
            <a:br/>
            <a:br/>
            <a:r>
              <a:t>print(person[0])</a:t>
            </a:r>
            <a:br/>
            <a:r>
              <a:t>print(person[-1])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parentheses: ( )</a:t>
            </a:r>
            <a:br/>
            <a:br/>
            <a:r>
              <a:t>Tuples support indexing, but their elements cannot be changed after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List vs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key difference is mutability.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List — mutable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numbers = [10, 20, 30]</a:t>
            </a:r>
            <a:br/>
            <a:br/>
            <a:r>
              <a:t>numbers[0] = 100</a:t>
            </a:r>
            <a:br/>
            <a:br/>
            <a:r>
              <a:t># Works</a:t>
            </a:r>
            <a:br/>
            <a:br/>
            <a:r>
              <a:t>Use when the collection needs to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Tuple — immutable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numbers = (10, 20, 30)</a:t>
            </a:r>
            <a:br/>
            <a:br/>
            <a:r>
              <a:t>numbers[0] = 100</a:t>
            </a:r>
            <a:br/>
            <a:br/>
            <a:r>
              <a:t># TypeError</a:t>
            </a:r>
            <a:br/>
            <a:br/>
            <a:r>
              <a:t>Use when the collection should not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Tuple Unpacking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can assign tuple elements directly to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400800" cy="47091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47091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58978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person = ("Yohan", 22, "India")</a:t>
            </a:r>
            <a:br/>
            <a:br/>
            <a:r>
              <a:t>name, age, country = person</a:t>
            </a:r>
            <a:br/>
            <a:br/>
            <a:r>
              <a:t>print(name)</a:t>
            </a:r>
            <a:br/>
            <a:r>
              <a:t>print(age)</a:t>
            </a:r>
            <a:br/>
            <a:r>
              <a:t>print(country)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61188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47091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75688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name = Yohan</a:t>
            </a:r>
            <a:br/>
            <a:r>
              <a:t>age = 22</a:t>
            </a:r>
            <a:br/>
            <a:r>
              <a:t>country = India</a:t>
            </a:r>
            <a:br/>
            <a:br/>
            <a:r>
              <a:t>Python matches the values by 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set stores unique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numbers = {10, 20, 20, 30, 30}</a:t>
            </a:r>
            <a:br/>
            <a:br/>
            <a:r>
              <a:t>print(numbers)</a:t>
            </a:r>
            <a:br/>
            <a:r>
              <a:t># {10, 20, 30}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Duplicates are removed.</a:t>
            </a:r>
            <a:br/>
            <a:br/>
            <a:r>
              <a:t>Sets do not support normal positional indexing.</a:t>
            </a:r>
            <a:br/>
            <a:br/>
            <a:r>
              <a:t>Great for membership checks and comparisons.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Adding &amp; Removing Set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add(), update(), remove(), and discard().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fruits.add("Mango")</a:t>
            </a:r>
            <a:br/>
            <a:br/>
            <a:r>
              <a:t>fruits.update(["Orange", "Grapes"])</a:t>
            </a:r>
            <a:br/>
            <a:br/>
            <a:r>
              <a:t>add() → one item</a:t>
            </a:r>
            <a:br/>
            <a:r>
              <a:t>update() → multiple 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fruits.remove("Mango")</a:t>
            </a:r>
            <a:br/>
            <a:br/>
            <a:r>
              <a:t>fruits.discard("Mango")</a:t>
            </a:r>
            <a:br/>
            <a:br/>
            <a:r>
              <a:t>remove() → error if absent</a:t>
            </a:r>
            <a:br/>
            <a:r>
              <a:t>discard() → no error if absent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Set Operations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Sets are powerful when comparing groups.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python = {"Arun", "Rahul", "Anu"}</a:t>
            </a:r>
            <a:br/>
            <a:r>
              <a:t>java = {"Rahul", "John", "Anu"}</a:t>
            </a:r>
            <a:br/>
            <a:br/>
            <a:r>
              <a:t>print(python | java)  # union</a:t>
            </a:r>
            <a:br/>
            <a:r>
              <a:t>print(python &amp; java)  # intersection</a:t>
            </a:r>
            <a:br/>
            <a:r>
              <a:t>print(python - java)  # difference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| Union → either</a:t>
            </a:r>
            <a:br/>
            <a:r>
              <a:t>&amp; Intersection → both</a:t>
            </a:r>
            <a:br/>
            <a:r>
              <a:t>- Difference → left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Dictionaries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dictionary stores data as key → value pairs.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2976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student = {</a:t>
            </a:r>
            <a:br/>
            <a:r>
              <a:t>    "name": "Yohan",</a:t>
            </a:r>
            <a:br/>
            <a:r>
              <a:t>    "age": 22,</a:t>
            </a:r>
            <a:br/>
            <a:r>
              <a:t>    "course": "MSc Computer Science"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29768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"name"   → "Yohan"</a:t>
            </a:r>
            <a:br/>
            <a:r>
              <a:t>"age"    → 22</a:t>
            </a:r>
            <a:br/>
            <a:r>
              <a:t>"course" → "MSc Computer Science"</a:t>
            </a:r>
            <a:br/>
            <a:br/>
            <a:r>
              <a:t>Think: label →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Accessing Dictionary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the key instead of a numeric index.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student = {"name": "Yohan", "age": 22}</a:t>
            </a:r>
            <a:br/>
            <a:br/>
            <a:r>
              <a:t>print(student["name"])</a:t>
            </a:r>
            <a:br/>
            <a:r>
              <a:t>print(student["age"])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List → student[0]</a:t>
            </a:r>
            <a:br/>
            <a:br/>
            <a:r>
              <a:t>Dictionary → student["name"]</a:t>
            </a:r>
            <a:br/>
            <a:br/>
            <a:r>
              <a:t>The key identifies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Add, Modify &amp; Remove Dictionary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Dictionaries are mutable.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76656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6263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student = {"name": "Yohan", "age": 22}</a:t>
            </a:r>
            <a:br/>
            <a:br/>
            <a:r>
              <a:t>student["city"] = "Kochi"  # add</a:t>
            </a:r>
            <a:br/>
            <a:r>
              <a:t>student["age"] = 23        # modify</a:t>
            </a:r>
            <a:br/>
            <a:r>
              <a:t>student.pop("city")        # remove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337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21408"/>
            <a:ext cx="2834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Add:</a:t>
            </a:r>
            <a:br/>
            <a:r>
              <a:t>d[key] = value</a:t>
            </a:r>
            <a:br/>
            <a:br/>
            <a:r>
              <a:t>Modify:</a:t>
            </a:r>
            <a:br/>
            <a:r>
              <a:t>d[key] = new_value</a:t>
            </a:r>
            <a:br/>
            <a:br/>
            <a:r>
              <a:t>Remove:</a:t>
            </a:r>
            <a:br/>
            <a:r>
              <a:t>pop() / 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Checking Dictionary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in to check whether a key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9224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989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student = {"name": "Yohan", "age": 22}</a:t>
            </a:r>
            <a:br/>
            <a:br/>
            <a:r>
              <a:t>if "name" in student:</a:t>
            </a:r>
            <a:br/>
            <a:r>
              <a:t>    print("Name exists")</a:t>
            </a:r>
            <a:br/>
            <a:br/>
            <a:r>
              <a:t>if "phone" not in student:</a:t>
            </a:r>
            <a:br/>
            <a:r>
              <a:t>    print("Phone is missing")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6712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For dictionaries:</a:t>
            </a:r>
            <a:br/>
            <a:br/>
            <a:r>
              <a:t>key in dictionary</a:t>
            </a:r>
            <a:br/>
            <a:br/>
            <a:r>
              <a:t>checks keys by default.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Important Dictionary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These are useful with APIs and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keys()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81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All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values()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81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All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items()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07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Key-value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get()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07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Safely retrieve a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update()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Add/update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336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3DC"/>
                </a:solidFill>
                <a:latin typeface="Consolas"/>
              </a:defRPr>
            </a:pPr>
            <a:r>
              <a:t>pop()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Remove by 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Looping Through a Dictionary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items() to get both key and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student = {"name": "Yohan", "age": 22, "course": "MSc"}</a:t>
            </a:r>
            <a:br/>
            <a:br/>
            <a:r>
              <a:t>for key, value in student.items():</a:t>
            </a:r>
            <a:br/>
            <a:r>
              <a:t>    print(key, ":", value)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name : Yohan</a:t>
            </a:r>
            <a:br/>
            <a:r>
              <a:t>age : 22</a:t>
            </a:r>
            <a:br/>
            <a:r>
              <a:t>course : MSc</a:t>
            </a:r>
            <a:br/>
            <a:br/>
            <a:r>
              <a:t>This pattern is common in Python.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get() vs [key]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get() is safer when a key may not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student = {"name": "Yohan", "age": 22}</a:t>
            </a:r>
            <a:br/>
            <a:br/>
            <a:r>
              <a:t>student["phone"]</a:t>
            </a:r>
            <a:br/>
            <a:r>
              <a:t># KeyError</a:t>
            </a:r>
            <a:br/>
            <a:br/>
            <a:r>
              <a:t>student.get("phone")</a:t>
            </a:r>
            <a:br/>
            <a:r>
              <a:t># None</a:t>
            </a:r>
            <a:br/>
            <a:br/>
            <a:r>
              <a:t>student.get("phone", "Not available")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80160"/>
            <a:ext cx="32461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280160"/>
            <a:ext cx="73152" cy="48920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Use get()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029967"/>
            <a:ext cx="2743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key is optional or external data may be incomplete.</a:t>
            </a:r>
            <a:br/>
            <a:br/>
            <a:r>
              <a:t>Useful with APIs, JSON, and user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Nested 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dictionary can contain another dictionary.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student = {</a:t>
            </a:r>
            <a:br/>
            <a:r>
              <a:t>    "name": "Yohan",</a:t>
            </a:r>
            <a:br/>
            <a:r>
              <a:t>    "marks": {</a:t>
            </a:r>
            <a:br/>
            <a:r>
              <a:t>        "Python": 90,</a:t>
            </a:r>
            <a:br/>
            <a:r>
              <a:t>        "Java": 82,</a:t>
            </a:r>
            <a:br/>
            <a:r>
              <a:t>        "SQL": 88</a:t>
            </a:r>
            <a:br/>
            <a:r>
              <a:t>    }</a:t>
            </a:r>
            <a:br/>
            <a:r>
              <a:t>}</a:t>
            </a:r>
            <a:br/>
            <a:br/>
            <a:r>
              <a:t>print(student["marks"]["Python"])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80160"/>
            <a:ext cx="32461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280160"/>
            <a:ext cx="73152" cy="48920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Access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029967"/>
            <a:ext cx="2743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</a:t>
            </a:r>
            <a:br/>
            <a:r>
              <a:t> → marks</a:t>
            </a:r>
            <a:br/>
            <a:r>
              <a:t>   → Python</a:t>
            </a:r>
            <a:br/>
            <a:br/>
            <a:r>
              <a:t>Result: 90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List of Dictionaries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This structure looks like real-world structured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9377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9377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students = [</a:t>
            </a:r>
            <a:br/>
            <a:r>
              <a:t>    {"name": "Arun", "mark": 85},</a:t>
            </a:r>
            <a:br/>
            <a:r>
              <a:t>    {"name": "Rahul", "mark": 91},</a:t>
            </a:r>
            <a:br/>
            <a:r>
              <a:t>    {"name": "Anu", "mark": 88}</a:t>
            </a:r>
            <a:br/>
            <a:r>
              <a:t>]</a:t>
            </a:r>
            <a:br/>
            <a:br/>
            <a:r>
              <a:t>for student in students:</a:t>
            </a:r>
            <a:br/>
            <a:r>
              <a:t>    print(student["name"], student["mark"])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9377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Where you'll see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APIs</a:t>
            </a:r>
            <a:br/>
            <a:r>
              <a:t>JSON</a:t>
            </a:r>
            <a:br/>
            <a:r>
              <a:t>Databases</a:t>
            </a:r>
            <a:br/>
            <a:r>
              <a:t>Data analytics</a:t>
            </a:r>
            <a:br/>
            <a:r>
              <a:t>Machine learning pipelines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Practice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with tuples and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Tuple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person = ("Yohan", 22, "India")</a:t>
            </a:r>
            <a:br/>
            <a:br/>
            <a:r>
              <a:t>Unpack into:</a:t>
            </a:r>
            <a:br/>
            <a:r>
              <a:t>name, age, country</a:t>
            </a:r>
            <a:br/>
            <a:br/>
            <a:r>
              <a:t>Print each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Remove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numbers = [10, 20, 20, 30, 30, 40, 40, 50]</a:t>
            </a:r>
            <a:br/>
            <a:br/>
            <a:r>
              <a:t>Convert to a set and print unique values.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Practice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Now practice set operations and dictionaries.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= {"Arun", "Rahul", "Anu", "John"}</a:t>
            </a:r>
            <a:br/>
            <a:r>
              <a:t>java = {"Rahul", "John", "Maria", "Anu"}</a:t>
            </a:r>
            <a:br/>
            <a:br/>
            <a:r>
              <a:t>Find union, intersection, and Python but not Java.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Student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= {"name": "Yohan", "age": 22, "marks": 85}</a:t>
            </a:r>
            <a:br/>
            <a:br/>
            <a:r>
              <a:t>Print name and marks.</a:t>
            </a:r>
            <a:br/>
            <a:r>
              <a:t>Add city.</a:t>
            </a:r>
            <a:br/>
            <a:r>
              <a:t>Change marks.</a:t>
            </a:r>
            <a:br/>
            <a:r>
              <a:t>Print all pairs.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19. Practice 5 — Student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lists, dictionaries, loops, and arithmetic.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85800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35508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students = [</a:t>
            </a:r>
            <a:br/>
            <a:r>
              <a:t>    {"name": "Arun", "mark": 85},</a:t>
            </a:r>
            <a:br/>
            <a:r>
              <a:t>    {"name": "Rahul", "mark": 91},</a:t>
            </a:r>
            <a:br/>
            <a:r>
              <a:t>    {"name": "Anu", "mark": 78},</a:t>
            </a:r>
            <a:br/>
            <a:r>
              <a:t>    {"name": "John", "mark": 88}</a:t>
            </a:r>
            <a:br/>
            <a:r>
              <a:t>]</a:t>
            </a:r>
            <a:br/>
            <a:br/>
            <a:r>
              <a:t># Print names and marks</a:t>
            </a:r>
            <a:br/>
            <a:r>
              <a:t># Calculate total and average</a:t>
            </a:r>
            <a:br/>
            <a:r>
              <a:t># Find highest 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3375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283463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for student in students:</a:t>
            </a:r>
            <a:br/>
            <a:r>
              <a:t>    ...</a:t>
            </a:r>
            <a:br/>
            <a:br/>
            <a:r>
              <a:t>Access values with:</a:t>
            </a:r>
            <a:br/>
            <a:r>
              <a:t>student["name"]</a:t>
            </a:r>
            <a:br/>
            <a:r>
              <a:t>student["mark"]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20. Challenge ⭐ — Student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everything from Days 1–5.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with:</a:t>
            </a:r>
            <a:br/>
            <a:r>
              <a:t>students = []</a:t>
            </a:r>
            <a:br/>
            <a:br/>
            <a:r>
              <a:t>Ask for 3 students:</a:t>
            </a:r>
            <a:br/>
            <a:r>
              <a:t>• Name</a:t>
            </a:r>
            <a:br/>
            <a:r>
              <a:t>• Age</a:t>
            </a:r>
            <a:br/>
            <a:r>
              <a:t>• Mark</a:t>
            </a:r>
            <a:br/>
            <a:br/>
            <a:r>
              <a:t>Store each student as a dictionary and append it to the list.</a:t>
            </a:r>
            <a:br/>
            <a:br/>
            <a:r>
              <a:t>Finally print a formatted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student = {</a:t>
            </a:r>
            <a:br/>
            <a:r>
              <a:t>    "name": name,</a:t>
            </a:r>
            <a:br/>
            <a:r>
              <a:t>    "age": age,</a:t>
            </a:r>
            <a:br/>
            <a:r>
              <a:t>    "mark": mark</a:t>
            </a:r>
            <a:br/>
            <a:r>
              <a:t>}</a:t>
            </a:r>
            <a:br/>
            <a:br/>
            <a:r>
              <a:t>students.append(student)</a:t>
            </a:r>
            <a:br/>
            <a:br/>
            <a:r>
              <a:t>for student in students:</a:t>
            </a:r>
            <a:br/>
            <a:r>
              <a:t>    print(student["name"], student["mark"])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5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You now have several ways to structure collections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Tuples → ordered + immutable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Sets → unique values + set operations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Dictionaries → key → value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keys(), values(), items(), get()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Nested dictionaries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Lists of dictionaries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Choosing the right collection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A0B4"/>
                </a:solidFill>
                <a:latin typeface="Aptos"/>
              </a:defRPr>
            </a:pPr>
            <a:r>
              <a:t>Next → Day 6: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2148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101041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official documentation for tuples, sets, dictionaries, and data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onsolas"/>
              </a:defRPr>
            </a:pPr>
            <a:r>
              <a:t>docs.python.org/3/tutorial/datastructures.html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onsolas"/>
              </a:defRPr>
            </a:pPr>
            <a:r>
              <a:t>docs.python.org/3/library/stdtypes.html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