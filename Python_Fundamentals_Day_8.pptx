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File Handling &amp; Exception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read • write • append • pathlib • try/except •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8,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read(), readline(), readlines()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Write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and overwrite text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Append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Add without replacing existing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pathlib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Work with paths and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Exceptions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Handle runtime errors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Build safer 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What Is File Handling?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can work with data stored outside the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Common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students.txt</a:t>
            </a:r>
            <a:br/>
            <a:r>
              <a:t>transactions.csv</a:t>
            </a:r>
            <a:br/>
            <a:r>
              <a:t>config.json</a:t>
            </a:r>
            <a:br/>
            <a:r>
              <a:t>report.txt</a:t>
            </a:r>
            <a:br/>
            <a:br/>
            <a:r>
              <a:t>Python can create, read, modify, and manage these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07492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Python program</a:t>
            </a:r>
            <a:br/>
            <a:r>
              <a:t>      ↓</a:t>
            </a:r>
            <a:br/>
            <a:r>
              <a:t>   File system</a:t>
            </a:r>
            <a:br/>
            <a:r>
              <a:t>      ↓</a:t>
            </a:r>
            <a:br/>
            <a:r>
              <a:t>students.txt</a:t>
            </a:r>
            <a:br/>
            <a:r>
              <a:t>transactions.csv</a:t>
            </a:r>
            <a:br/>
            <a:r>
              <a:t>config.json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Opening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open() creates a connection between Python and a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file = open("students.txt", "r")</a:t>
            </a:r>
            <a:br/>
            <a:r>
              <a:t>content = file.read()</a:t>
            </a:r>
            <a:br/>
            <a:r>
              <a:t>print(content)</a:t>
            </a:r>
            <a:br/>
            <a:r>
              <a:t>file.close()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Files should be closed after use.</a:t>
            </a:r>
            <a:br/>
            <a:br/>
            <a:r>
              <a:t>The preferred approach is with open(), which handles this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File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mode tells Python what you want to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600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"r"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2834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73152" cy="16002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"w"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67128"/>
            <a:ext cx="2834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Write / overwrite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73152" cy="16002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64592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"a"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67128"/>
            <a:ext cx="2834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Append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73152" cy="16002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"x"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2834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383280"/>
            <a:ext cx="73152" cy="1600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6118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"rb"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133088"/>
            <a:ext cx="2834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 binary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383280"/>
            <a:ext cx="73152" cy="16002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36118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"wb"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133088"/>
            <a:ext cx="2834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Write binary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Reading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read() reads the entire file as one string.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with open("students.txt", "r") as file:</a:t>
            </a:r>
            <a:br/>
            <a:r>
              <a:t>    content = file.read()</a:t>
            </a:r>
            <a:br/>
            <a:br/>
            <a:r>
              <a:t>print(content)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Example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Arun</a:t>
            </a:r>
            <a:br/>
            <a:r>
              <a:t>Rahul</a:t>
            </a:r>
            <a:br/>
            <a:r>
              <a:t>Anu</a:t>
            </a:r>
            <a:br/>
            <a:r>
              <a:t>John</a:t>
            </a:r>
            <a:br/>
            <a:br/>
            <a:r>
              <a:t>read() returns the complete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read() vs readline() vs readlines()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Choose the method based on how you need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520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4572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Reads the entire file.</a:t>
            </a:r>
            <a:br/>
            <a:br/>
            <a:r>
              <a:t>Returns one string containing all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45720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readline()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2140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Reads one line.</a:t>
            </a:r>
            <a:br/>
            <a:br/>
            <a:r>
              <a:t>Useful for sequential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520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73152" cy="45720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readlines()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2140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Reads all lines into a list.</a:t>
            </a:r>
            <a:br/>
            <a:br/>
            <a:r>
              <a:t>Example:</a:t>
            </a:r>
            <a:br/>
            <a:r>
              <a:t>["Arun\n", "Rahul\n"]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The with Statement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preferred way to work with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2084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21792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with open("students.txt", "r") as file:</a:t>
            </a:r>
            <a:br/>
            <a:r>
              <a:t>    content = file.read()</a:t>
            </a:r>
            <a:br/>
            <a:br/>
            <a:r>
              <a:t>print(content)</a:t>
            </a:r>
            <a:br/>
            <a:br/>
            <a:r>
              <a:t># file is automatically closed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6634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with open()</a:t>
            </a:r>
            <a:br/>
            <a:r>
              <a:t>↓</a:t>
            </a:r>
            <a:br/>
            <a:r>
              <a:t>use the file</a:t>
            </a:r>
            <a:br/>
            <a:r>
              <a:t>↓</a:t>
            </a:r>
            <a:br/>
            <a:r>
              <a:t>leave the block</a:t>
            </a:r>
            <a:br/>
            <a:r>
              <a:t>↓</a:t>
            </a:r>
            <a:br/>
            <a:r>
              <a:t>file closes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Reading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You can loop directly through a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with open("students.txt", "r") as file:</a:t>
            </a:r>
            <a:br/>
            <a:r>
              <a:t>    for line in file:</a:t>
            </a:r>
            <a:br/>
            <a:r>
              <a:t>        print(line.strip())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Process records one by one.</a:t>
            </a:r>
            <a:br/>
            <a:br/>
            <a:r>
              <a:t>Useful for large files where loading everything into memory may be unnecessary.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Writing to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w mode to write new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with open("students.txt", "w") as file:</a:t>
            </a:r>
            <a:br/>
            <a:r>
              <a:t>    file.write("Yohan\n")</a:t>
            </a:r>
            <a:br/>
            <a:r>
              <a:t>    file.write("Rahul\n")</a:t>
            </a:r>
            <a:br/>
            <a:r>
              <a:t>    file.write("Anu\n")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students.txt</a:t>
            </a:r>
            <a:br/>
            <a:br/>
            <a:r>
              <a:t>Yohan</a:t>
            </a:r>
            <a:br/>
            <a:r>
              <a:t>Rahul</a:t>
            </a:r>
            <a:br/>
            <a:r>
              <a:t>Anu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⚠️ w Mode Overwrites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Be careful: w mode replaces existing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students.txt</a:t>
            </a:r>
            <a:br/>
            <a:br/>
            <a:r>
              <a:t>Arun</a:t>
            </a:r>
            <a:br/>
            <a:r>
              <a:t>Rahul</a:t>
            </a:r>
            <a:br/>
            <a:r>
              <a:t>Anu</a:t>
            </a:r>
            <a:br/>
            <a:r>
              <a:t>John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with open("students.txt", "w") as file:</a:t>
            </a:r>
            <a:br/>
            <a:r>
              <a:t>    file.write("Yohan")</a:t>
            </a:r>
            <a:br/>
            <a:br/>
            <a:r>
              <a:t>File now contains only:</a:t>
            </a:r>
            <a:br/>
            <a:r>
              <a:t>Yohan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Appending to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a mode to add content without replacing existing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with open("students.txt", "a") as file:</a:t>
            </a:r>
            <a:br/>
            <a:r>
              <a:t>    file.write("John\n")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 → overwrite</a:t>
            </a:r>
            <a:br/>
            <a:br/>
            <a:r>
              <a:t>a → append</a:t>
            </a:r>
            <a:br/>
            <a:br/>
            <a:r>
              <a:t>Existing content stays when using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Creating a New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x mode when you specifically want to create a new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with open("newfile.txt", "x") as file:</a:t>
            </a:r>
            <a:br/>
            <a:r>
              <a:t>    file.write("Hello")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If the file already exists, Python raises an exception.</a:t>
            </a:r>
            <a:br/>
            <a:br/>
            <a:r>
              <a:t>This prevents accidental overwriting.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File Paths with pathlib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Day 7's pathlib knowledge with file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1228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from pathlib import Path</a:t>
            </a:r>
            <a:br/>
            <a:br/>
            <a:r>
              <a:t>file_path = Path("data") / "students.txt"</a:t>
            </a:r>
            <a:br/>
            <a:br/>
            <a:r>
              <a:t>with open(file_path, "r") as file:</a:t>
            </a:r>
            <a:br/>
            <a:r>
              <a:t>    data = file.read()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pathlib?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Readable</a:t>
            </a:r>
            <a:br/>
            <a:r>
              <a:t>Cross-platform</a:t>
            </a:r>
            <a:br/>
            <a:r>
              <a:t>Easy path construction</a:t>
            </a:r>
            <a:br/>
            <a:br/>
            <a:r>
              <a:t>Excellent for data-processing projects.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Creating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pathlib can create folders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from pathlib import Path</a:t>
            </a:r>
            <a:br/>
            <a:br/>
            <a:r>
              <a:t>folder = Path("data")</a:t>
            </a:r>
            <a:br/>
            <a:r>
              <a:t>folder.mkdir(exist_ok=True)</a:t>
            </a:r>
            <a:br/>
            <a:br/>
            <a:r>
              <a:t>file_path = folder / "students.txt"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exist_ok=True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Existing folder → no error</a:t>
            </a:r>
            <a:br/>
            <a:br/>
            <a:r>
              <a:t>Missing folder → Python creates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Simple Path Read /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Path objects provide convenient text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2084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from pathlib import Path</a:t>
            </a:r>
            <a:br/>
            <a:br/>
            <a:r>
              <a:t>file = Path("students.txt")</a:t>
            </a:r>
            <a:br/>
            <a:br/>
            <a:r>
              <a:t>file.write_text("Yohan\nRahul\nAnu")</a:t>
            </a:r>
            <a:br/>
            <a:r>
              <a:t>content = file.read_text()</a:t>
            </a:r>
            <a:br/>
            <a:r>
              <a:t>print(content)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Useful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exists()</a:t>
            </a:r>
            <a:br/>
            <a:r>
              <a:t>read_text()</a:t>
            </a:r>
            <a:br/>
            <a:r>
              <a:t>write_text()</a:t>
            </a:r>
            <a:br/>
            <a:r>
              <a:t>mkdir()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What Is an Exception?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An exception is a runtime error that interrupts normal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number = int(input("Enter a number: "))</a:t>
            </a:r>
            <a:br/>
            <a:br/>
            <a:r>
              <a:t># User enters:</a:t>
            </a:r>
            <a:br/>
            <a:r>
              <a:t>hello</a:t>
            </a:r>
            <a:br/>
            <a:br/>
            <a:r>
              <a:t># ValueError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Without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program stops and shows an error traceback.</a:t>
            </a:r>
            <a:br/>
            <a:br/>
            <a:r>
              <a:t>A robust program should handle expected failures.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Common Python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Recognize these common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ValueError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Invalid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2588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TypeError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756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Wrong data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NameError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756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Unknown variable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IndexError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756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Invalid list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8328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330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Missing dictionary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3832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38328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FileNotFoundError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1330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Missing 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3832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38328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ZeroDivisionError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1330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Division by zero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3832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38328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AttributeError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133088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Missing attribute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try / except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try/except to handle expected runtime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665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263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try:</a:t>
            </a:r>
            <a:br/>
            <a:r>
              <a:t>    number = int(input("Enter a number: "))</a:t>
            </a:r>
            <a:br/>
            <a:r>
              <a:t>    print(number)</a:t>
            </a:r>
            <a:br/>
            <a:br/>
            <a:r>
              <a:t>except ValueError:</a:t>
            </a:r>
            <a:br/>
            <a:r>
              <a:t>    print("Please enter a valid number.")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try → risky code</a:t>
            </a:r>
            <a:br/>
            <a:r>
              <a:t>↓</a:t>
            </a:r>
            <a:br/>
            <a:r>
              <a:t>exception?</a:t>
            </a:r>
            <a:br/>
            <a:r>
              <a:t>├─ No → continue</a:t>
            </a:r>
            <a:br/>
            <a:r>
              <a:t>└─ Yes → except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18. Handling Multiple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Different problems can have different recovery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6812280" cy="48463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48463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6309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try:</a:t>
            </a:r>
            <a:br/>
            <a:r>
              <a:t>    number = int(input("Enter a number: "))</a:t>
            </a:r>
            <a:br/>
            <a:r>
              <a:t>    result = 100 / number</a:t>
            </a:r>
            <a:br/>
            <a:br/>
            <a:r>
              <a:t>except ValueError:</a:t>
            </a:r>
            <a:br/>
            <a:r>
              <a:t>    print("Invalid number.")</a:t>
            </a:r>
            <a:br/>
            <a:br/>
            <a:r>
              <a:t>except ZeroDivisionError:</a:t>
            </a:r>
            <a:br/>
            <a:r>
              <a:t>    print("Cannot divide by zero.")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80160"/>
            <a:ext cx="34290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80160"/>
            <a:ext cx="73152" cy="48463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separate them?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29967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You know exactly what happened.</a:t>
            </a:r>
            <a:br/>
            <a:br/>
            <a:r>
              <a:t>Specific handling makes debugging and recovery clearer.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19. else and finally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provides blocks for success and cleanup.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85800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35508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try:</a:t>
            </a:r>
            <a:br/>
            <a:r>
              <a:t>    number = int(input("Enter a number: "))</a:t>
            </a:r>
            <a:br/>
            <a:r>
              <a:t>except ValueError:</a:t>
            </a:r>
            <a:br/>
            <a:r>
              <a:t>    print("Invalid number.")</a:t>
            </a:r>
            <a:br/>
            <a:r>
              <a:t>else:</a:t>
            </a:r>
            <a:br/>
            <a:r>
              <a:t>    print("You entered:", number)</a:t>
            </a:r>
            <a:br/>
            <a:r>
              <a:t>finally:</a:t>
            </a:r>
            <a:br/>
            <a:r>
              <a:t>    print("Program finished.")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3375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73152" cy="50749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84248"/>
            <a:ext cx="283463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else → no exception</a:t>
            </a:r>
            <a:br/>
            <a:br/>
            <a:r>
              <a:t>finally → always runs</a:t>
            </a:r>
            <a:br/>
            <a:br/>
            <a:r>
              <a:t>finally is useful for cleanup.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20. raise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raise to deliberately create an exception.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age = -5</a:t>
            </a:r>
            <a:br/>
            <a:br/>
            <a:r>
              <a:t>if age &lt; 0:</a:t>
            </a:r>
            <a:br/>
            <a:r>
              <a:t>    raise ValueError("Age cannot be negative")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raise?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Useful for validating data and enforcing business rules.</a:t>
            </a:r>
            <a:br/>
            <a:br/>
            <a:r>
              <a:t>You can provide a meaningful error message.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21. Input Validation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loops, input, conditions, and exceptions.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6949440" cy="52120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73152" cy="52120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6446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while True:</a:t>
            </a:r>
            <a:br/>
            <a:r>
              <a:t>    try:</a:t>
            </a:r>
            <a:br/>
            <a:r>
              <a:t>        age = int(input("Enter age: "))</a:t>
            </a:r>
            <a:br/>
            <a:r>
              <a:t>        if age &lt; 0:</a:t>
            </a:r>
            <a:br/>
            <a:r>
              <a:t>            raise ValueError("Age cannot be negative")</a:t>
            </a:r>
            <a:br/>
            <a:r>
              <a:t>        break</a:t>
            </a:r>
            <a:br/>
            <a:r>
              <a:t>    except ValueError as error:</a:t>
            </a:r>
            <a:br/>
            <a:r>
              <a:t>        print("Invalid input:", error)</a:t>
            </a:r>
            <a:br/>
            <a:br/>
            <a:r>
              <a:t>print("Age:", 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88720"/>
            <a:ext cx="33375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73152" cy="52120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1732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38528"/>
            <a:ext cx="28346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→ validate → retry</a:t>
            </a:r>
            <a:br/>
            <a:br/>
            <a:r>
              <a:t>The loop continues until valid input is received.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22. File Handling + Exceptions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Protect file operations from expected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1228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try:</a:t>
            </a:r>
            <a:br/>
            <a:r>
              <a:t>    with open("students.txt", "r") as file:</a:t>
            </a:r>
            <a:br/>
            <a:r>
              <a:t>        data = file.read()</a:t>
            </a:r>
            <a:br/>
            <a:r>
              <a:t>    print(data)</a:t>
            </a:r>
            <a:br/>
            <a:br/>
            <a:r>
              <a:t>except FileNotFoundError:</a:t>
            </a:r>
            <a:br/>
            <a:r>
              <a:t>    print("The file does not exist.")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Real-world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Attempt operation</a:t>
            </a:r>
            <a:br/>
            <a:r>
              <a:t>↓</a:t>
            </a:r>
            <a:br/>
            <a:r>
              <a:t>Handle expected failure</a:t>
            </a:r>
            <a:br/>
            <a:r>
              <a:t>↓</a:t>
            </a:r>
            <a:br/>
            <a:r>
              <a:t>Continue safely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23. Don't Use Bare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Prefer specific exception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try:</a:t>
            </a:r>
            <a:br/>
            <a:r>
              <a:t>    ...</a:t>
            </a:r>
            <a:br/>
            <a:r>
              <a:t>except:</a:t>
            </a:r>
            <a:br/>
            <a:r>
              <a:t>    print("Something went wrong")</a:t>
            </a:r>
            <a:br/>
            <a:br/>
            <a:r>
              <a:t>This can hide unexpected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Prefer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try:</a:t>
            </a:r>
            <a:br/>
            <a:r>
              <a:t>    ...</a:t>
            </a:r>
            <a:br/>
            <a:r>
              <a:t>except ValueError:</a:t>
            </a:r>
            <a:br/>
            <a:r>
              <a:t>    ...</a:t>
            </a:r>
            <a:br/>
            <a:r>
              <a:t>except FileNotFoundError:</a:t>
            </a:r>
            <a:br/>
            <a:r>
              <a:t>    ...</a:t>
            </a:r>
            <a:br/>
            <a:br/>
            <a:r>
              <a:t>Specific handling is clearer.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24. Practical Example — Student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file handling with lists and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90372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40080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students = ["Arun", "Rahul", "Anu", "John"]</a:t>
            </a:r>
            <a:br/>
            <a:br/>
            <a:r>
              <a:t>with open("students.txt", "w") as file:</a:t>
            </a:r>
            <a:br/>
            <a:r>
              <a:t>    for student in students:</a:t>
            </a:r>
            <a:br/>
            <a:r>
              <a:t>        file.write(student + "\n")</a:t>
            </a:r>
            <a:br/>
            <a:br/>
            <a:r>
              <a:t>with open("students.txt", "r") as file:</a:t>
            </a:r>
            <a:br/>
            <a:r>
              <a:t>    for line in file:</a:t>
            </a:r>
            <a:br/>
            <a:r>
              <a:t>        print(line.strip())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3375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73152" cy="50749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Concepts combined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84248"/>
            <a:ext cx="283463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List</a:t>
            </a:r>
            <a:br/>
            <a:r>
              <a:t>↓</a:t>
            </a:r>
            <a:br/>
            <a:r>
              <a:t>Loop</a:t>
            </a:r>
            <a:br/>
            <a:r>
              <a:t>↓</a:t>
            </a:r>
            <a:br/>
            <a:r>
              <a:t>File write</a:t>
            </a:r>
            <a:br/>
            <a:r>
              <a:t>↓</a:t>
            </a:r>
            <a:br/>
            <a:r>
              <a:t>File read</a:t>
            </a:r>
            <a:br/>
            <a:r>
              <a:t>↓</a:t>
            </a:r>
            <a:br/>
            <a:r>
              <a:t>String cleanup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25. Day 8 Challenge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Build a Student Record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120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709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1. Ask for name, age, mark.</a:t>
            </a:r>
            <a:br/>
            <a:r>
              <a:t>2. Validate numeric input.</a:t>
            </a:r>
            <a:br/>
            <a:r>
              <a:t>3. Mark must be 0–100.</a:t>
            </a:r>
            <a:br/>
            <a:r>
              <a:t>4. Store as a dictionary.</a:t>
            </a:r>
            <a:br/>
            <a:r>
              <a:t>5. Save to students.json.</a:t>
            </a:r>
            <a:br/>
            <a:r>
              <a:t>6. Read it again.</a:t>
            </a:r>
            <a:br/>
            <a:r>
              <a:t>7. Handle FileNotFoundError.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16636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466344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student = {</a:t>
            </a:r>
            <a:br/>
            <a:r>
              <a:t>    "name": name,</a:t>
            </a:r>
            <a:br/>
            <a:r>
              <a:t>    "age": age,</a:t>
            </a:r>
            <a:br/>
            <a:r>
              <a:t>    "mark": mark</a:t>
            </a:r>
            <a:br/>
            <a:r>
              <a:t>}</a:t>
            </a:r>
            <a:br/>
            <a:br/>
            <a:r>
              <a:t># json from Day 7</a:t>
            </a:r>
            <a:br/>
            <a:r>
              <a:t># try/except from Day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26. Day 8 Concept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Your programs are becoming real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234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A0B4"/>
                </a:solidFill>
                <a:latin typeface="Aptos"/>
              </a:defRPr>
            </a:pPr>
            <a:r>
              <a:t>PYTHON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Store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07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Organize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488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807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Reuse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074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Organize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49039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9776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074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Persist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749039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9776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"/>
              </a:defRPr>
            </a:pPr>
            <a:r>
              <a:t>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074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Handle failures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8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Today you learned how Python interacts with the outside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9875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open() and file modes: r, w, a, x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read(), readline(), readlines()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with open() for safe file handling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Writing, appending, and creating files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pathlib for file paths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Exceptions and common error types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try / except / else / finally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raise for validation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File handling + exception handling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Building robust input and file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Next → Day 9: Object-Oriented Programming — Classes &amp; Objects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2148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Files &amp; 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101041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the official Python documentation for file I/O, pathlib, exceptions, and try/except.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docs.python.org/3/tutorial/inputoutput.html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docs.python.org/3/tutorial/errors.html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docs.python.org/3/library/pathlib.html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