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2DCEB"/>
                </a:solidFill>
                <a:latin typeface="Aptos"/>
              </a:defRPr>
            </a:pPr>
            <a:r>
              <a:t>Object-Oriented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A0B4"/>
                </a:solidFill>
                <a:latin typeface="Aptos"/>
              </a:defRPr>
            </a:pPr>
            <a:r>
              <a:t>Classes • Objects • Attributes • Methods • self • __init__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By the end of Day 9, you should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 blueprints for objects.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 instances from classes.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Store object and class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Define object behaviour.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Understand the current object.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__init__()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Initialize new objects.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1. What Is Object-Oriented Programming?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OOP organizes programs around objects that combine data and behaviour.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An object contains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DATA</a:t>
            </a:r>
            <a:br/>
            <a:r>
              <a:t>• name</a:t>
            </a:r>
            <a:br/>
            <a:r>
              <a:t>• age</a:t>
            </a:r>
            <a:br/>
            <a:r>
              <a:t>• marks</a:t>
            </a:r>
            <a:br/>
            <a:br/>
            <a:r>
              <a:t>BEHAVIOUR</a:t>
            </a:r>
            <a:br/>
            <a:r>
              <a:t>• study()</a:t>
            </a:r>
            <a:br/>
            <a:r>
              <a:t>• calculate_grade()</a:t>
            </a:r>
            <a:br/>
            <a:r>
              <a:t>• display()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074920" cy="44805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OBJECT</a:t>
            </a:r>
            <a:br/>
            <a:r>
              <a:t>  │</a:t>
            </a:r>
            <a:br/>
            <a:r>
              <a:t>  ├── DATA</a:t>
            </a:r>
            <a:br/>
            <a:r>
              <a:t>  │     ├── name</a:t>
            </a:r>
            <a:br/>
            <a:r>
              <a:t>  │     ├── age</a:t>
            </a:r>
            <a:br/>
            <a:r>
              <a:t>  │     └── marks</a:t>
            </a:r>
            <a:br/>
            <a:r>
              <a:t>  │</a:t>
            </a:r>
            <a:br/>
            <a:r>
              <a:t>  └── BEHAVIOUR</a:t>
            </a:r>
            <a:br/>
            <a:r>
              <a:t>        ├── study()</a:t>
            </a:r>
            <a:br/>
            <a:r>
              <a:t>        └── calculate_grade()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2. Real-World Analogy — 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car has properties and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Attributes /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brand</a:t>
            </a:r>
            <a:br/>
            <a:r>
              <a:t>model</a:t>
            </a:r>
            <a:br/>
            <a:r>
              <a:t>colour</a:t>
            </a:r>
            <a:br/>
            <a:r>
              <a:t>speed</a:t>
            </a:r>
            <a:br/>
            <a:r>
              <a:t>fuel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Methods /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start()</a:t>
            </a:r>
            <a:br/>
            <a:r>
              <a:t>accelerate()</a:t>
            </a:r>
            <a:br/>
            <a:r>
              <a:t>brake()</a:t>
            </a:r>
            <a:br/>
            <a:r>
              <a:t>stop()</a:t>
            </a:r>
            <a:br/>
            <a:br/>
            <a:r>
              <a:t>OOP models both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class is a blueprint for creating objects.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Think of it 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CLASS</a:t>
            </a:r>
            <a:br/>
            <a:r>
              <a:t>↓</a:t>
            </a:r>
            <a:br/>
            <a:r>
              <a:t>Blueprint</a:t>
            </a:r>
            <a:br/>
            <a:r>
              <a:t>↓</a:t>
            </a:r>
            <a:br/>
            <a:r>
              <a:t>Defines structure + behaviour</a:t>
            </a:r>
            <a:br/>
            <a:r>
              <a:t>↓</a:t>
            </a:r>
            <a:br/>
            <a:r>
              <a:t>Creates 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4. Creating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An object is an instance of a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pass</a:t>
            </a:r>
            <a:br/>
            <a:br/>
            <a:r>
              <a:t>student1 = Student()</a:t>
            </a:r>
            <a:br/>
            <a:r>
              <a:t>student2 = Student()</a:t>
            </a:r>
            <a:br/>
            <a:r>
              <a:t>student3 = Student()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 → class</a:t>
            </a:r>
            <a:br/>
            <a:br/>
            <a:r>
              <a:t>student1</a:t>
            </a:r>
            <a:br/>
            <a:r>
              <a:t>student2</a:t>
            </a:r>
            <a:br/>
            <a:r>
              <a:t>student3</a:t>
            </a:r>
            <a:br/>
            <a:r>
              <a:t>→ objects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5. Class vs Object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Don't confuse the blueprint with the actual instance.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</a:t>
            </a:r>
            <a:br/>
            <a:br/>
            <a:r>
              <a:t>The blueprint.</a:t>
            </a:r>
            <a:br/>
            <a:br/>
            <a:r>
              <a:t>Defines what Student objects can contain and 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student1 = Student()</a:t>
            </a:r>
            <a:br/>
            <a:br/>
            <a:r>
              <a:t>An actual instance created from the blueprint.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6. Adding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Objects can store their own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85800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355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pass</a:t>
            </a:r>
            <a:br/>
            <a:br/>
            <a:r>
              <a:t>student1 = Student()</a:t>
            </a:r>
            <a:br/>
            <a:r>
              <a:t>student1.name = "Yohan"</a:t>
            </a:r>
            <a:br/>
            <a:r>
              <a:t>student1.age = 22</a:t>
            </a:r>
            <a:br/>
            <a:r>
              <a:t>student1.course = "MSc Computer Science"</a:t>
            </a:r>
            <a:br/>
            <a:br/>
            <a:r>
              <a:t>print(student1.name)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3337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325880"/>
            <a:ext cx="73152" cy="475488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75688"/>
            <a:ext cx="28346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student1.name → Yohan</a:t>
            </a:r>
            <a:br/>
            <a:r>
              <a:t>student1.age → 22</a:t>
            </a:r>
            <a:br/>
            <a:r>
              <a:t>student1.course → MSc Computer Science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7. Why Not Assign Attributes Manually?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Repeatedly creating object data becomes inefficient.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student1.name = ...</a:t>
            </a:r>
            <a:br/>
            <a:r>
              <a:t>student1.age = ...</a:t>
            </a:r>
            <a:br/>
            <a:br/>
            <a:r>
              <a:t>student2.name = ...</a:t>
            </a:r>
            <a:br/>
            <a:r>
              <a:t>student2.age = ...</a:t>
            </a:r>
            <a:br/>
            <a:br/>
            <a:r>
              <a:t>student3.name = ...</a:t>
            </a:r>
            <a:br/>
            <a:r>
              <a:t>student3.age =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Too much repetition.</a:t>
            </a:r>
            <a:br/>
            <a:br/>
            <a:r>
              <a:t>We need a standard way to initialize every new object.</a:t>
            </a:r>
            <a:br/>
            <a:br/>
            <a:r>
              <a:t>Enter → __init__()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8. The __init__() Method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__init__() initializes an object when it is created.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85800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355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def __init__(self, name, age):</a:t>
            </a:r>
            <a:br/>
            <a:r>
              <a:t>        self.name = name</a:t>
            </a:r>
            <a:br/>
            <a:r>
              <a:t>        self.age = age</a:t>
            </a:r>
            <a:br/>
            <a:br/>
            <a:r>
              <a:t>student1 = Student("Yohan", 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3337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What happens?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75688"/>
            <a:ext cx="28346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Student("Yohan", 22)</a:t>
            </a:r>
            <a:br/>
            <a:r>
              <a:t>↓</a:t>
            </a:r>
            <a:br/>
            <a:r>
              <a:t>__init__()</a:t>
            </a:r>
            <a:br/>
            <a:r>
              <a:t>↓</a:t>
            </a:r>
            <a:br/>
            <a:r>
              <a:t>self.name = "Yohan"</a:t>
            </a:r>
            <a:br/>
            <a:r>
              <a:t>self.age =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9. Understanding self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self refers to the current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85800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355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def __init__(self, name, age):</a:t>
            </a:r>
            <a:br/>
            <a:r>
              <a:t>        self.name = name</a:t>
            </a:r>
            <a:br/>
            <a:r>
              <a:t>        self.age = age</a:t>
            </a:r>
            <a:br/>
            <a:br/>
            <a:r>
              <a:t>student1 = Student("Yohan", 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3337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Mental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75688"/>
            <a:ext cx="28346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student1</a:t>
            </a:r>
            <a:br/>
            <a:r>
              <a:t>↓</a:t>
            </a:r>
            <a:br/>
            <a:r>
              <a:t>self</a:t>
            </a:r>
            <a:br/>
            <a:r>
              <a:t>↓</a:t>
            </a:r>
            <a:br/>
            <a:r>
              <a:t>self.name</a:t>
            </a:r>
            <a:br/>
            <a:r>
              <a:t>self.age</a:t>
            </a:r>
            <a:br/>
            <a:br/>
            <a:r>
              <a:t>self = current object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10. Multiple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Each object gets its own instance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81228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student1 = Student("Yohan", 22)</a:t>
            </a:r>
            <a:br/>
            <a:r>
              <a:t>student2 = Student("Rahul", 23)</a:t>
            </a:r>
            <a:br/>
            <a:r>
              <a:t>student3 = Student("Anu", 21)</a:t>
            </a:r>
            <a:br/>
            <a:br/>
            <a:r>
              <a:t>print(student1.name)</a:t>
            </a:r>
            <a:br/>
            <a:r>
              <a:t>print(student2.name)</a:t>
            </a:r>
            <a:br/>
            <a:r>
              <a:t>print(student3.name)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Same class, different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student1 → Yohan</a:t>
            </a:r>
            <a:br/>
            <a:r>
              <a:t>student2 → Rahul</a:t>
            </a:r>
            <a:br/>
            <a:r>
              <a:t>student3 → Anu</a:t>
            </a:r>
            <a:br/>
            <a:br/>
            <a:r>
              <a:t>Each object has its own attributes.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11. Adding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Functions inside classes are called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858000" cy="48920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8920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3550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def __init__(self, name):</a:t>
            </a:r>
            <a:br/>
            <a:r>
              <a:t>        self.name = name</a:t>
            </a:r>
            <a:br/>
            <a:br/>
            <a:r>
              <a:t>    def introduce(self):</a:t>
            </a:r>
            <a:br/>
            <a:r>
              <a:t>        print("My name is", self.name)</a:t>
            </a:r>
            <a:br/>
            <a:br/>
            <a:r>
              <a:t>student = Student("Yohan")</a:t>
            </a:r>
            <a:br/>
            <a:r>
              <a:t>student.introduce()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80160"/>
            <a:ext cx="33375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73152" cy="48920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29967"/>
            <a:ext cx="283463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Function outside class → function</a:t>
            </a:r>
            <a:br/>
            <a:br/>
            <a:r>
              <a:t>Function inside class → method</a:t>
            </a:r>
            <a:br/>
            <a:br/>
            <a:r>
              <a:t>student.introduce() → calls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12. Methods Can Have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Methods can accept additional arguments.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858000" cy="48920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8920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3550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def __init__(self, name):</a:t>
            </a:r>
            <a:br/>
            <a:r>
              <a:t>        self.name = name</a:t>
            </a:r>
            <a:br/>
            <a:br/>
            <a:r>
              <a:t>    def greet(self, person):</a:t>
            </a:r>
            <a:br/>
            <a:r>
              <a:t>        print(self.name, "says hello to", person)</a:t>
            </a:r>
            <a:br/>
            <a:br/>
            <a:r>
              <a:t>student = Student("Yohan")</a:t>
            </a:r>
            <a:br/>
            <a:r>
              <a:t>student.greet("Rahul")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80160"/>
            <a:ext cx="33375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73152" cy="48920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29967"/>
            <a:ext cx="283463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self → current object</a:t>
            </a:r>
            <a:br/>
            <a:r>
              <a:t>person → method argument</a:t>
            </a:r>
            <a:br/>
            <a:br/>
            <a:r>
              <a:t>student.greet("Rahul")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13. Attributes vs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Know the difference between what an object has and what it does.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Attributes —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student.name</a:t>
            </a:r>
            <a:br/>
            <a:r>
              <a:t>student.age</a:t>
            </a:r>
            <a:br/>
            <a:r>
              <a:t>student.course</a:t>
            </a:r>
            <a:br/>
            <a:r>
              <a:t>student.marks</a:t>
            </a:r>
            <a:br/>
            <a:br/>
            <a:r>
              <a:t>Store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Methods —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student.introduce()</a:t>
            </a:r>
            <a:br/>
            <a:r>
              <a:t>student.study()</a:t>
            </a:r>
            <a:br/>
            <a:r>
              <a:t>student.calculate_grade()</a:t>
            </a:r>
            <a:br/>
            <a:br/>
            <a:r>
              <a:t>Perform actions.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14. Practical Student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Let's build a realistic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6995160" cy="51663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73152" cy="51663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64922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def __init__(self, name, age, marks):</a:t>
            </a:r>
            <a:br/>
            <a:r>
              <a:t>        self.name = name</a:t>
            </a:r>
            <a:br/>
            <a:r>
              <a:t>        self.age = age</a:t>
            </a:r>
            <a:br/>
            <a:r>
              <a:t>        self.marks = marks</a:t>
            </a:r>
            <a:br/>
            <a:br/>
            <a:r>
              <a:t>    def display(self):</a:t>
            </a:r>
            <a:br/>
            <a:r>
              <a:t>        print("Name:", self.name)</a:t>
            </a:r>
            <a:br/>
            <a:r>
              <a:t>        print("Age:", self.age)</a:t>
            </a:r>
            <a:br/>
            <a:r>
              <a:t>        print("Marks:", self.marks)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143000"/>
            <a:ext cx="333756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143000"/>
            <a:ext cx="73152" cy="51663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Create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92807"/>
            <a:ext cx="28346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 = Student("Yohan", 22, 85)</a:t>
            </a:r>
            <a:br/>
            <a:br/>
            <a:r>
              <a:t>student.display()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15. Methods Can Return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method doesn't have to print. It can return a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7132320" cy="52578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73152" cy="52578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66294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def __init__(self, name, marks):</a:t>
            </a:r>
            <a:br/>
            <a:r>
              <a:t>        self.name = name</a:t>
            </a:r>
            <a:br/>
            <a:r>
              <a:t>        self.marks = marks</a:t>
            </a:r>
            <a:br/>
            <a:br/>
            <a:r>
              <a:t>    def get_grade(self):</a:t>
            </a:r>
            <a:br/>
            <a:r>
              <a:t>        if self.marks &gt;= 90:</a:t>
            </a:r>
            <a:br/>
            <a:r>
              <a:t>            return "A"</a:t>
            </a:r>
            <a:br/>
            <a:r>
              <a:t>        elif self.marks &gt;= 80:</a:t>
            </a:r>
            <a:br/>
            <a:r>
              <a:t>            return "B"</a:t>
            </a:r>
            <a:br/>
            <a:r>
              <a:t>        else:</a:t>
            </a:r>
            <a:br/>
            <a:r>
              <a:t>            return "C"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97280"/>
            <a:ext cx="3337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097280"/>
            <a:ext cx="73152" cy="52578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3258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47088"/>
            <a:ext cx="283463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 = Student("Yohan", 85)</a:t>
            </a:r>
            <a:br/>
            <a:br/>
            <a:r>
              <a:t>print(student.get_grade())</a:t>
            </a:r>
            <a:br/>
            <a:br/>
            <a:r>
              <a:t>Output: 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16. Class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Some data can be shared by every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675120" cy="47548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172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university = "Digital University Kerala"</a:t>
            </a:r>
            <a:br/>
            <a:br/>
            <a:r>
              <a:t>student1 = Student()</a:t>
            </a:r>
            <a:br/>
            <a:r>
              <a:t>student2 = Student()</a:t>
            </a:r>
            <a:br/>
            <a:br/>
            <a:r>
              <a:t>print(student1.university)</a:t>
            </a:r>
            <a:br/>
            <a:r>
              <a:t>print(student2.university)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548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Shared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Class attribute:</a:t>
            </a:r>
            <a:br/>
            <a:r>
              <a:t>university</a:t>
            </a:r>
            <a:br/>
            <a:br/>
            <a:r>
              <a:t>Both objects can access the same class-level value.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17. Instance vs Class 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Understand what is unique and what is shared.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75488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Instance Attribute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self.name</a:t>
            </a:r>
            <a:br/>
            <a:r>
              <a:t>self.age</a:t>
            </a:r>
            <a:br/>
            <a:r>
              <a:t>self.marks</a:t>
            </a:r>
            <a:br/>
            <a:br/>
            <a:r>
              <a:t>Different for each object.</a:t>
            </a:r>
            <a:br/>
            <a:br/>
            <a:r>
              <a:t>Yohan → 85</a:t>
            </a:r>
            <a:br/>
            <a:r>
              <a:t>Rahul → 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Class Attribute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075688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university</a:t>
            </a:r>
            <a:br/>
            <a:br/>
            <a:r>
              <a:t>Shared by the class.</a:t>
            </a:r>
            <a:br/>
            <a:br/>
            <a:r>
              <a:t>All students → same university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18. __str__()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Define how an object should be displayed as a string.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858000" cy="48920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8920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3550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class Student:</a:t>
            </a:r>
            <a:br/>
            <a:r>
              <a:t>    def __init__(self, name, age):</a:t>
            </a:r>
            <a:br/>
            <a:r>
              <a:t>        self.name = name</a:t>
            </a:r>
            <a:br/>
            <a:r>
              <a:t>        self.age = age</a:t>
            </a:r>
            <a:br/>
            <a:br/>
            <a:r>
              <a:t>    def __str__(self):</a:t>
            </a:r>
            <a:br/>
            <a:r>
              <a:t>        return f"{self.name} - {self.age}"</a:t>
            </a:r>
            <a:br/>
            <a:br/>
            <a:r>
              <a:t>student = Student("Yohan", 22)</a:t>
            </a:r>
            <a:br/>
            <a:r>
              <a:t>print(student)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80160"/>
            <a:ext cx="33375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73152" cy="48920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29967"/>
            <a:ext cx="2834639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Yohan - 22</a:t>
            </a:r>
            <a:br/>
            <a:br/>
            <a:r>
              <a:t>__str__() gives Python a readable representation of your object.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19. Why Use 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OOP keeps related data and behaviour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75488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Without 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customer_name</a:t>
            </a:r>
            <a:br/>
            <a:r>
              <a:t>customer_balance</a:t>
            </a:r>
            <a:br/>
            <a:r>
              <a:t>customer_account</a:t>
            </a:r>
            <a:br/>
            <a:r>
              <a:t>transaction_amount</a:t>
            </a:r>
            <a:br/>
            <a:r>
              <a:t>transaction_date</a:t>
            </a:r>
            <a:br/>
            <a:r>
              <a:t>...</a:t>
            </a:r>
            <a:br/>
            <a:br/>
            <a:r>
              <a:t>Relationships become harder to manage as systems grow.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47548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55448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With 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075688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Customer</a:t>
            </a:r>
            <a:br/>
            <a:r>
              <a:t>├── name</a:t>
            </a:r>
            <a:br/>
            <a:r>
              <a:t>├── account</a:t>
            </a:r>
            <a:br/>
            <a:r>
              <a:t>├── balance</a:t>
            </a:r>
            <a:br/>
            <a:r>
              <a:t>├── deposit()</a:t>
            </a:r>
            <a:br/>
            <a:r>
              <a:t>└── withdraw()</a:t>
            </a:r>
            <a:br/>
            <a:br/>
            <a:r>
              <a:t>Related data + behaviour stay together.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20. OOP in Transaction / MARS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OOP maps naturally to real-world entities.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903720" cy="50749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6400800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class Transaction:</a:t>
            </a:r>
            <a:br/>
            <a:r>
              <a:t>    def __init__(self, transaction_id, amount, merchant):</a:t>
            </a:r>
            <a:br/>
            <a:r>
              <a:t>        self.transaction_id = transaction_id</a:t>
            </a:r>
            <a:br/>
            <a:r>
              <a:t>        self.amount = amount</a:t>
            </a:r>
            <a:br/>
            <a:r>
              <a:t>        self.merchant = merchant</a:t>
            </a:r>
            <a:br/>
            <a:br/>
            <a:r>
              <a:t>    def is_high_value(self):</a:t>
            </a:r>
            <a:br/>
            <a:r>
              <a:t>        return self.amount &gt;= 50000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34440"/>
            <a:ext cx="333756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234440"/>
            <a:ext cx="73152" cy="50749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Possible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84248"/>
            <a:ext cx="283463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Transaction</a:t>
            </a:r>
            <a:br/>
            <a:r>
              <a:t>Merchant</a:t>
            </a:r>
            <a:br/>
            <a:r>
              <a:t>Customer</a:t>
            </a:r>
            <a:br/>
            <a:r>
              <a:t>Card</a:t>
            </a:r>
            <a:br/>
            <a:r>
              <a:t>Terminal</a:t>
            </a:r>
            <a:br/>
            <a:r>
              <a:t>RiskRule</a:t>
            </a:r>
            <a:br/>
            <a:br/>
            <a:r>
              <a:t>Each can have data + behaviour.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21. Python vs Java 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The core concepts are similar, but Python's syntax is lighter.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46634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6634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09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# Python</a:t>
            </a:r>
            <a:br/>
            <a:r>
              <a:t>class Student:</a:t>
            </a:r>
            <a:br/>
            <a:r>
              <a:t>    def __init__(self, name, age):</a:t>
            </a:r>
            <a:br/>
            <a:r>
              <a:t>        self.name = name</a:t>
            </a:r>
            <a:br/>
            <a:r>
              <a:t>        self.age = 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46634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46634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554480"/>
            <a:ext cx="470916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// Java</a:t>
            </a:r>
            <a:br/>
            <a:r>
              <a:t>class Student {</a:t>
            </a:r>
            <a:br/>
            <a:r>
              <a:t>    String name;</a:t>
            </a:r>
            <a:br/>
            <a:r>
              <a:t>    int age;</a:t>
            </a:r>
            <a:br/>
            <a:br/>
            <a:r>
              <a:t>    Student(String name, int age) {</a:t>
            </a:r>
            <a:br/>
            <a:r>
              <a:t>        this.name = name;</a:t>
            </a:r>
            <a:br/>
            <a:r>
              <a:t>        this.age = age;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22. OOP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Start becoming comfortable with these terms.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7373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7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Blueprint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80160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280160"/>
            <a:ext cx="73152" cy="17373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29967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Instance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73152" cy="17373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Attribute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29967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Object/class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80160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280160"/>
            <a:ext cx="73152" cy="17373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029967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Function in a 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83279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83279"/>
            <a:ext cx="73152" cy="17373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118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Constructor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33087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Initialization logic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383279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383279"/>
            <a:ext cx="73152" cy="17373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6118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self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133087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Current object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383279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383279"/>
            <a:ext cx="73152" cy="173736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6118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133087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Object created from class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383279"/>
            <a:ext cx="2514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383279"/>
            <a:ext cx="73152" cy="17373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6118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Class attribute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133087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Shared class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23. Practice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Build small classes before the main challenge.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73152" cy="48920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1 — 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7"/>
            <a:ext cx="30175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 Car.</a:t>
            </a:r>
            <a:br/>
            <a:br/>
            <a:r>
              <a:t>Attributes:</a:t>
            </a:r>
            <a:br/>
            <a:r>
              <a:t>brand</a:t>
            </a:r>
            <a:br/>
            <a:r>
              <a:t>model</a:t>
            </a:r>
            <a:br/>
            <a:r>
              <a:t>year</a:t>
            </a:r>
            <a:br/>
            <a:br/>
            <a:r>
              <a:t>Create 3 objects.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73152" cy="48920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2 —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7"/>
            <a:ext cx="30175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Create Student.</a:t>
            </a:r>
            <a:br/>
            <a:br/>
            <a:r>
              <a:t>Attributes:</a:t>
            </a:r>
            <a:br/>
            <a:r>
              <a:t>name</a:t>
            </a:r>
            <a:br/>
            <a:r>
              <a:t>age</a:t>
            </a:r>
            <a:br/>
            <a:r>
              <a:t>marks</a:t>
            </a:r>
            <a:br/>
            <a:br/>
            <a:r>
              <a:t>Add display().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5204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73152" cy="48920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3 — 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29967"/>
            <a:ext cx="30175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Add calculate_grade().</a:t>
            </a:r>
            <a:br/>
            <a:br/>
            <a:r>
              <a:t>90–100 → A</a:t>
            </a:r>
            <a:br/>
            <a:r>
              <a:t>80–89 → B</a:t>
            </a:r>
            <a:br/>
            <a:r>
              <a:t>70–79 → C</a:t>
            </a:r>
            <a:br/>
            <a:r>
              <a:t>60–69 → D</a:t>
            </a:r>
            <a:br/>
            <a:r>
              <a:t>&lt;60 → 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24. Practice — BankAccount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Build a class that manages state through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7086600" cy="521208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73152" cy="521208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class BankAccount:</a:t>
            </a:r>
            <a:br/>
            <a:r>
              <a:t>    def __init__(self, account_number, owner, balance):</a:t>
            </a:r>
            <a:br/>
            <a:r>
              <a:t>        self.account_number = account_number</a:t>
            </a:r>
            <a:br/>
            <a:r>
              <a:t>        self.owner = owner</a:t>
            </a:r>
            <a:br/>
            <a:r>
              <a:t>        self.balance = balance</a:t>
            </a:r>
            <a:br/>
            <a:br/>
            <a:r>
              <a:t>    def deposit(self, amount):</a:t>
            </a:r>
            <a:br/>
            <a:r>
              <a:t>        self.balance += amount</a:t>
            </a:r>
            <a:br/>
            <a:br/>
            <a:r>
              <a:t>    def withdraw(self, amount):</a:t>
            </a:r>
            <a:br/>
            <a:r>
              <a:t>        self.balance -= amount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143000"/>
            <a:ext cx="33375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143000"/>
            <a:ext cx="73152" cy="521208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Continue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92807"/>
            <a:ext cx="28346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Add check_balance()</a:t>
            </a:r>
            <a:br/>
            <a:br/>
            <a:r>
              <a:t>Test:</a:t>
            </a:r>
            <a:br/>
            <a:r>
              <a:t>account = BankAccount("12345", "Yohan", 10000)</a:t>
            </a:r>
            <a:br/>
            <a:r>
              <a:t>account.deposit(5000)</a:t>
            </a:r>
            <a:br/>
            <a:r>
              <a:t>account.withdraw(2000)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25. Day 9 Challenge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Build a Transaction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7132320" cy="53035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73152" cy="53035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66294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BF1F9"/>
                </a:solidFill>
                <a:latin typeface="Consolas"/>
              </a:defRPr>
            </a:pPr>
            <a:r>
              <a:t>class Transaction:</a:t>
            </a:r>
            <a:br/>
            <a:r>
              <a:t>    def __init__(self, transaction_id, amount,</a:t>
            </a:r>
            <a:br/>
            <a:r>
              <a:t>                 merchant, transaction_type):</a:t>
            </a:r>
            <a:br/>
            <a:r>
              <a:t>        self.transaction_id = transaction_id</a:t>
            </a:r>
            <a:br/>
            <a:r>
              <a:t>        self.amount = amount</a:t>
            </a:r>
            <a:br/>
            <a:r>
              <a:t>        self.merchant = merchant</a:t>
            </a:r>
            <a:br/>
            <a:r>
              <a:t>        self.transaction_type = transaction_type</a:t>
            </a:r>
            <a:br/>
            <a:br/>
            <a:r>
              <a:t>    def display(self):</a:t>
            </a:r>
            <a:br/>
            <a:r>
              <a:t>        ...</a:t>
            </a:r>
            <a:br/>
            <a:br/>
            <a:r>
              <a:t>    def is_high_value(self):</a:t>
            </a:r>
            <a:br/>
            <a:r>
              <a:t>        return self.amount &gt;= 50000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97280"/>
            <a:ext cx="33375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097280"/>
            <a:ext cx="73152" cy="53035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32588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Test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47088"/>
            <a:ext cx="28346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Transaction("TXN001", 75000,</a:t>
            </a:r>
            <a:br/>
            <a:r>
              <a:t>"ABC Electronics", "POS")</a:t>
            </a:r>
            <a:br/>
            <a:br/>
            <a:r>
              <a:t>High value → True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26. Day 9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A class defines what an object has and what it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188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2A0B4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3017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48840"/>
            <a:ext cx="73152" cy="25603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98648"/>
            <a:ext cx="25146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name</a:t>
            </a:r>
            <a:br/>
            <a:r>
              <a:t>age</a:t>
            </a:r>
            <a:br/>
            <a:r>
              <a:t>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48840"/>
            <a:ext cx="3017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148840"/>
            <a:ext cx="73152" cy="25603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98648"/>
            <a:ext cx="25146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display()</a:t>
            </a:r>
            <a:br/>
            <a:r>
              <a:t>study()</a:t>
            </a:r>
            <a:br/>
            <a:r>
              <a:t>calculate_grade()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48840"/>
            <a:ext cx="3017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48840"/>
            <a:ext cx="73152" cy="25603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98648"/>
            <a:ext cx="25146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Student("Yohan", 22)</a:t>
            </a:r>
            <a:br/>
            <a:br/>
            <a:r>
              <a:t>Actual instance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3035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"/>
              </a:defRPr>
            </a:pPr>
            <a:r>
              <a:t>Class → Object → Attributes + Methods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9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You have now entered Object-Oriented Python.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98755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Class → blueprint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Object → instance of a class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Attributes → data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Methods → behaviour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__init__() → initializes objects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self → current object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Instance attributes → object-specific data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Class attributes → shared class-level data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__str__() → readable object representation</a:t>
            </a:r>
          </a:p>
          <a:p>
            <a:pPr>
              <a:spcAft>
                <a:spcPts val="7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OOP keeps related data and behaviour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Next → Day 10: Encapsulation, Inheritance &amp; Polymorphism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21488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Classes &amp;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101041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Aligned with the official Python documentation for classes, objects, methods, inheritance, and related OOP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docs.python.org/3/tutorial/classes.html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docs.python.org/3/reference/datamodel.html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