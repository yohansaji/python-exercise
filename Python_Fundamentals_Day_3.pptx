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Loops &amp; Repetition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for • range() • while • break • continue • nested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3,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Repeat over a sequence or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range()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Generate a sequence of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Repeat while a condition is true.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Stop a loop immediately.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Skip the current iteration.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Nested loops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a loop inside another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Why Do We Need Loops?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Loops repeat work without duplicating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663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3434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Without a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160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print("Hello")</a:t>
            </a:r>
            <a:br/>
            <a:r>
              <a:t>print("Hello")</a:t>
            </a:r>
            <a:br/>
            <a:r>
              <a:t>print("Hello")</a:t>
            </a:r>
            <a:br/>
            <a:r>
              <a:t>print("Hello")</a:t>
            </a:r>
            <a:br/>
            <a:r>
              <a:t>print("Hello")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417320"/>
            <a:ext cx="5440680" cy="43434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417320"/>
            <a:ext cx="73152" cy="43434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645920"/>
            <a:ext cx="49377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onsolas"/>
              </a:defRPr>
            </a:pPr>
            <a:r>
              <a:t>for i in range(5):</a:t>
            </a:r>
            <a:br/>
            <a:r>
              <a:t>    print("Hello")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The for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basic structure for iterating through a sequence.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303520" cy="22402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22402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onsolas"/>
              </a:defRPr>
            </a:pPr>
            <a:r>
              <a:t>for variable in sequence:</a:t>
            </a:r>
            <a:br/>
            <a:r>
              <a:t>   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617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73152" cy="22402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671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loop takes one item at a time and runs the indented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10241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977639"/>
            <a:ext cx="73152" cy="16002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9738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Indentation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27448"/>
            <a:ext cx="9738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Just like if statements, the indented code belongs to the loop. Use 4 spaces consistently.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range()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range() is commonly used with for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range(stop)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80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for i in range(5):</a:t>
            </a:r>
            <a:br/>
            <a:r>
              <a:t>    print(i)</a:t>
            </a:r>
            <a:br/>
            <a:br/>
            <a:r>
              <a:t>Produces:</a:t>
            </a:r>
            <a:br/>
            <a:r>
              <a:t>0  1  2  3  4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range(start, stop)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21408"/>
            <a:ext cx="2880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for i in range(2, 6):</a:t>
            </a:r>
            <a:br/>
            <a:r>
              <a:t>    print(i)</a:t>
            </a:r>
            <a:br/>
            <a:br/>
            <a:r>
              <a:t>Produces:</a:t>
            </a:r>
            <a:br/>
            <a:r>
              <a:t>2  3  4  5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range(start, stop, step)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21408"/>
            <a:ext cx="2880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for i in range(2, 10, 2):</a:t>
            </a:r>
            <a:br/>
            <a:r>
              <a:t>    print(i)</a:t>
            </a:r>
            <a:br/>
            <a:br/>
            <a:r>
              <a:t>Produces:</a:t>
            </a:r>
            <a:br/>
            <a:r>
              <a:t>2  4  6  8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The Important range()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stop value is excluded.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27432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2743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617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onsolas"/>
              </a:defRPr>
            </a:pPr>
            <a:r>
              <a:t>for i in range(1, 6):</a:t>
            </a:r>
            <a:br/>
            <a:r>
              <a:t>    print(i)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6634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73152" cy="2743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67128"/>
            <a:ext cx="4160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334"/>
                </a:solidFill>
                <a:latin typeface="Aptos"/>
              </a:defRPr>
            </a:pPr>
            <a:r>
              <a:t>Think: start at 1, stop before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Looping Through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for works with strings, lists, and other iterable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4922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989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name = "Yohan"</a:t>
            </a:r>
            <a:br/>
            <a:br/>
            <a:r>
              <a:t>for letter in name:</a:t>
            </a:r>
            <a:br/>
            <a:r>
              <a:t>    print(letter)</a:t>
            </a:r>
            <a:br/>
            <a:br/>
            <a:r>
              <a:t>cars = ["BMW", "Audi", "Toyota"]</a:t>
            </a:r>
            <a:br/>
            <a:br/>
            <a:r>
              <a:t>for car in cars:</a:t>
            </a:r>
            <a:br/>
            <a:r>
              <a:t>    print(car)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6118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48006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75688"/>
            <a:ext cx="31089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visits each item one by one.</a:t>
            </a:r>
            <a:br/>
            <a:br/>
            <a:r>
              <a:t>This becomes useful when processing real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The while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Repeat as long as a condition remains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count = 1</a:t>
            </a:r>
            <a:br/>
            <a:br/>
            <a:r>
              <a:t>while count &lt;= 5:</a:t>
            </a:r>
            <a:br/>
            <a:r>
              <a:t>    print(count)</a:t>
            </a:r>
            <a:br/>
            <a:r>
              <a:t>    count +=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1. Check condition</a:t>
            </a:r>
            <a:br/>
            <a:r>
              <a:t>2. Run block if True</a:t>
            </a:r>
            <a:br/>
            <a:r>
              <a:t>3. Update state</a:t>
            </a:r>
            <a:br/>
            <a:r>
              <a:t>4. Check again</a:t>
            </a:r>
            <a:br/>
            <a:r>
              <a:t>5. Stop when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Avoid Infinite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while loop must eventually make its condition false.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count = 1</a:t>
            </a:r>
            <a:br/>
            <a:br/>
            <a:r>
              <a:t>while count &lt;= 5:</a:t>
            </a:r>
            <a:br/>
            <a:r>
              <a:t>    print(count)</a:t>
            </a:r>
            <a:br/>
            <a:r>
              <a:t>    # count never changes!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What goes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count stays at 1.</a:t>
            </a:r>
            <a:br/>
            <a:br/>
            <a:r>
              <a:t>The condition remains true forever.</a:t>
            </a:r>
            <a:br/>
            <a:br/>
            <a:r>
              <a:t>Fix it by updating count inside the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for vs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practical rule for choosing between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Use for when...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You want to iterate through a sequence or range.</a:t>
            </a:r>
            <a:br/>
            <a:br/>
            <a:r>
              <a:t>Example:</a:t>
            </a:r>
            <a:br/>
            <a:r>
              <a:t>for i in range(10):</a:t>
            </a:r>
            <a:br/>
            <a:r>
              <a:t>    print(i)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Use while when...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Repetition depends on a condition.</a:t>
            </a:r>
            <a:br/>
            <a:br/>
            <a:r>
              <a:t>Example:</a:t>
            </a:r>
            <a:br/>
            <a:r>
              <a:t>while password != correct:</a:t>
            </a:r>
            <a:br/>
            <a:r>
              <a:t>   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Immediately stop the current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for i in range(10):</a:t>
            </a:r>
            <a:br/>
            <a:r>
              <a:t>    if i == 5:</a:t>
            </a:r>
            <a:br/>
            <a:r>
              <a:t>        break</a:t>
            </a:r>
            <a:br/>
            <a:r>
              <a:t>    print(i)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0</a:t>
            </a:r>
            <a:br/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br/>
            <a:r>
              <a:t>When i becomes 5, break exits the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Skip the current iteration and move to the next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for i in range(5):</a:t>
            </a:r>
            <a:br/>
            <a:r>
              <a:t>    if i == 2:</a:t>
            </a:r>
            <a:br/>
            <a:r>
              <a:t>        continue</a:t>
            </a:r>
            <a:br/>
            <a:r>
              <a:t>    print(i)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0</a:t>
            </a:r>
            <a:br/>
            <a:r>
              <a:t>1</a:t>
            </a:r>
            <a:br/>
            <a:r>
              <a:t>3</a:t>
            </a:r>
            <a:br/>
            <a:r>
              <a:t>4</a:t>
            </a:r>
            <a:br/>
            <a:br/>
            <a:r>
              <a:t>2 is skipped, but the loop continues.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Nested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loop can contain another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for i in range(3):</a:t>
            </a:r>
            <a:br/>
            <a:r>
              <a:t>    for j in range(3):</a:t>
            </a:r>
            <a:br/>
            <a:r>
              <a:t>        print(i, 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inner loop completes for each outer-loop iteration.</a:t>
            </a:r>
            <a:br/>
            <a:br/>
            <a:r>
              <a:t>This pattern is common with tables, grids, and matrices.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Practical Example — Multiplication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Combines input, conversion, loop, arithmetic, and f-strings.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number = int(input("Enter number: "))</a:t>
            </a:r>
            <a:br/>
            <a:br/>
            <a:r>
              <a:t>for i in range(1, 11):</a:t>
            </a:r>
            <a:br/>
            <a:r>
              <a:t>    result = number * i</a:t>
            </a:r>
            <a:br/>
            <a:r>
              <a:t>    print(f"{number} × {i} = {result}")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Input: 5</a:t>
            </a:r>
            <a:br/>
            <a:br/>
            <a:r>
              <a:t>5 × 1 = 5</a:t>
            </a:r>
            <a:br/>
            <a:r>
              <a:t>5 × 2 = 10</a:t>
            </a:r>
            <a:br/>
            <a:r>
              <a:t>...</a:t>
            </a:r>
            <a:br/>
            <a:r>
              <a:t>5 × 10 =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Practice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with simple for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Print 1 to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a for loop.</a:t>
            </a:r>
            <a:br/>
            <a:br/>
            <a:r>
              <a:t>Expected:</a:t>
            </a:r>
            <a:br/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...</a:t>
            </a:r>
            <a:br/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Even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Print all even numbers from 1 to 20.</a:t>
            </a:r>
            <a:br/>
            <a:br/>
            <a:r>
              <a:t>Expected:</a:t>
            </a:r>
            <a:br/>
            <a:r>
              <a:t>2, 4, 6, ... 20</a:t>
            </a:r>
            <a:br/>
            <a:br/>
            <a:r>
              <a:t>Hint: 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Practice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Apply loops to useful calculations.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Multiplication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a number.</a:t>
            </a:r>
            <a:br/>
            <a:br/>
            <a:r>
              <a:t>Print its table from 1 to 10.</a:t>
            </a:r>
            <a:br/>
            <a:br/>
            <a:r>
              <a:t>Use f-strings for clean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Sum of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Calculate:</a:t>
            </a:r>
            <a:br/>
            <a:r>
              <a:t>1 + 2 + 3 + ... + 100</a:t>
            </a:r>
            <a:br/>
            <a:br/>
            <a:r>
              <a:t>Do it using a loop, not a hard-coded answer.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Practice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Now practice while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5 — Countdown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a starting number.</a:t>
            </a:r>
            <a:br/>
            <a:br/>
            <a:r>
              <a:t>Example: 5 → 5, 4, 3, 2, 1, Blast off!</a:t>
            </a:r>
            <a:br/>
            <a:br/>
            <a:r>
              <a:t>Hint: range() can count backwards.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6 — Password Checker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Keep asking for a password until the correct password is entered.</a:t>
            </a:r>
            <a:br/>
            <a:br/>
            <a:r>
              <a:t>This is your first practical while-loop exercise.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Challenge ⭐ — Number Guessing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Combine Days 1–3.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09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 with:</a:t>
            </a:r>
            <a:br/>
            <a:r>
              <a:t>secret_number = 7</a:t>
            </a:r>
            <a:br/>
            <a:br/>
            <a:r>
              <a:t>Repeatedly ask for a guess.</a:t>
            </a:r>
            <a:br/>
            <a:br/>
            <a:r>
              <a:t>• Too high → Too high!</a:t>
            </a:r>
            <a:br/>
            <a:r>
              <a:t>• Too low → Too low!</a:t>
            </a:r>
            <a:br/>
            <a:r>
              <a:t>• Correct → Correct!</a:t>
            </a:r>
            <a:br/>
            <a:br/>
            <a:r>
              <a:t>Stop when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48006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846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secret_number = 7</a:t>
            </a:r>
            <a:br/>
            <a:br/>
            <a:r>
              <a:t>guess = int(input("Guess: "))</a:t>
            </a:r>
            <a:br/>
            <a:br/>
            <a:r>
              <a:t>while guess != secret_number:</a:t>
            </a:r>
            <a:br/>
            <a:r>
              <a:t>    if guess &gt; secret_number:</a:t>
            </a:r>
            <a:br/>
            <a:r>
              <a:t>        print("Too high!")</a:t>
            </a:r>
            <a:br/>
            <a:r>
              <a:t>    else:</a:t>
            </a:r>
            <a:br/>
            <a:r>
              <a:t>        print("Too low!")</a:t>
            </a:r>
            <a:br/>
            <a:r>
              <a:t>    guess = int(input("Guess: "))</a:t>
            </a:r>
            <a:br/>
            <a:br/>
            <a:r>
              <a:t>print("Correct!")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Common Loop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These are common when learning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Wrong indentation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904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The loop body must be indented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Infinite while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334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Make sure the loop can eventually make its condition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Off-by-one range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7764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Remember: the stop value is excluded.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54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334"/>
                </a:solidFill>
                <a:latin typeface="Aptos"/>
              </a:defRPr>
            </a:pPr>
            <a:r>
              <a:t>Forgetting to update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9194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A323E"/>
                </a:solidFill>
                <a:latin typeface="Aptos"/>
              </a:defRPr>
            </a:pPr>
            <a:r>
              <a:t>A while loop often needs a variable such as count to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3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Loops let your programs repeat work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for loops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range()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while loops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break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continue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Nested loops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Choosing for vs 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A0B4"/>
                </a:solidFill>
                <a:latin typeface="Aptos"/>
              </a:defRPr>
            </a:pPr>
            <a:r>
              <a:t>Next → Day 4: Lists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Control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10411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for for statements, while statements, break, continue, and range().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ascadia Mono"/>
              </a:defRPr>
            </a:pPr>
            <a:r>
              <a:t>docs.python.org/3/tutorial/controlflow.html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63DC"/>
                </a:solidFill>
                <a:latin typeface="Cascadia Mono"/>
              </a:defRPr>
            </a:pPr>
            <a:r>
              <a:t>docs.python.org/3/library/stdtypes.html#ranges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