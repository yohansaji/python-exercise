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Modules, Imports &amp; Standard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Organize code • Reuse functions • Built-in Python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7,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Python files as reusable modules.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code from other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Aliases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import ... 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Standard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math, random, datetime, json, and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Packages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Understand modules vs packages.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Distinguish built-in from third-party packages.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Why Do We Need Modules?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Large programs are easier to manage when code is split into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29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One huge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26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main.py</a:t>
            </a:r>
            <a:br/>
            <a:br/>
            <a:r>
              <a:t>• Thousands of lines</a:t>
            </a:r>
            <a:br/>
            <a:r>
              <a:t>• Harder to find code</a:t>
            </a:r>
            <a:br/>
            <a:r>
              <a:t>• Harder to test</a:t>
            </a:r>
            <a:br/>
            <a:r>
              <a:t>• Harder to maintain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512064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project/</a:t>
            </a:r>
            <a:br/>
            <a:r>
              <a:t>├── main.py</a:t>
            </a:r>
            <a:br/>
            <a:r>
              <a:t>├── calculator.py</a:t>
            </a:r>
            <a:br/>
            <a:r>
              <a:t>├── student.py</a:t>
            </a:r>
            <a:br/>
            <a:r>
              <a:t>├── database.py</a:t>
            </a:r>
            <a:br/>
            <a:r>
              <a:t>└── utils.py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What Is a Module?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module is a Python file containing reusable Python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12648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6235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# calculator.py</a:t>
            </a:r>
            <a:br/>
            <a:br/>
            <a:r>
              <a:t>def add(a, b):</a:t>
            </a:r>
            <a:br/>
            <a:r>
              <a:t>    return a + b</a:t>
            </a:r>
            <a:br/>
            <a:br/>
            <a:r>
              <a:t>def subtract(a, b):</a:t>
            </a:r>
            <a:br/>
            <a:r>
              <a:t>    return a -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417320"/>
            <a:ext cx="3794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671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calculator.py</a:t>
            </a:r>
            <a:br/>
            <a:r>
              <a:t>↓</a:t>
            </a:r>
            <a:br/>
            <a:r>
              <a:t>reusable code</a:t>
            </a:r>
            <a:br/>
            <a:r>
              <a:t>↓</a:t>
            </a:r>
            <a:br/>
            <a:r>
              <a:t>import</a:t>
            </a:r>
            <a:br/>
            <a:r>
              <a:t>↓</a:t>
            </a:r>
            <a:br/>
            <a:r>
              <a:t>main.py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Creating Your Own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Connect two Python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# calculator.py</a:t>
            </a:r>
            <a:br/>
            <a:br/>
            <a:r>
              <a:t>def add(a, b):</a:t>
            </a:r>
            <a:br/>
            <a:r>
              <a:t>    return a +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16636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66344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# main.py</a:t>
            </a:r>
            <a:br/>
            <a:br/>
            <a:r>
              <a:t>import calculator</a:t>
            </a:r>
            <a:br/>
            <a:br/>
            <a:r>
              <a:t>result = calculator.add(10, 20)</a:t>
            </a:r>
            <a:br/>
            <a:r>
              <a:t>print(result)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The import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import to bring a module into your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import math</a:t>
            </a:r>
            <a:br/>
            <a:r>
              <a:t>import random</a:t>
            </a:r>
            <a:br/>
            <a:r>
              <a:t>import datetime</a:t>
            </a:r>
            <a:br/>
            <a:br/>
            <a:r>
              <a:t>print(math.sqrt(25))</a:t>
            </a:r>
            <a:br/>
            <a:r>
              <a:t>print(random.randint(1, 10))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import module</a:t>
            </a:r>
            <a:br/>
            <a:br/>
            <a:r>
              <a:t>Then:</a:t>
            </a:r>
            <a:br/>
            <a:r>
              <a:t>module.function()</a:t>
            </a:r>
            <a:br/>
            <a:br/>
            <a:r>
              <a:t>Example:</a:t>
            </a:r>
            <a:br/>
            <a:r>
              <a:t>math.sqrt(25)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Importing Specific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from ... import ... when you only need specific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from math import sqrt, ceil, floor</a:t>
            </a:r>
            <a:br/>
            <a:br/>
            <a:r>
              <a:t>print(sqrt(25))</a:t>
            </a:r>
            <a:br/>
            <a:r>
              <a:t>print(ceil(4.2))</a:t>
            </a:r>
            <a:br/>
            <a:r>
              <a:t>print(floor(4.8))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import math</a:t>
            </a:r>
            <a:br/>
            <a:r>
              <a:t>→ math.sqrt(25)</a:t>
            </a:r>
            <a:br/>
            <a:br/>
            <a:r>
              <a:t>from math import sqrt</a:t>
            </a:r>
            <a:br/>
            <a:r>
              <a:t>→ sqrt(25)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Import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as to give a module a shorter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import math as m</a:t>
            </a:r>
            <a:br/>
            <a:r>
              <a:t>print(m.sqrt(25))</a:t>
            </a:r>
            <a:br/>
            <a:br/>
            <a:r>
              <a:t>import datetime as dt</a:t>
            </a:r>
            <a:br/>
            <a:r>
              <a:t>print(dt.datetime.now())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aliases?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Shorter code</a:t>
            </a:r>
            <a:br/>
            <a:br/>
            <a:r>
              <a:t>Useful for long module names</a:t>
            </a:r>
            <a:br/>
            <a:br/>
            <a:r>
              <a:t>Common in data-science libraries.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Python Standard Library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comes with many useful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Mathematics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73152" cy="16002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671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Random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16002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datetime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1671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Dates &amp; times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417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73152" cy="16002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1671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Operating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28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383280"/>
            <a:ext cx="73152" cy="16002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pathlib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330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File paths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38328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40" y="3383280"/>
            <a:ext cx="73152" cy="16002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1330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JSON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38328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383280"/>
            <a:ext cx="73152" cy="16002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1330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38328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383280"/>
            <a:ext cx="73152" cy="16002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1330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Regular expressions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math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Useful mathematical operations are built 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649224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5989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import math</a:t>
            </a:r>
            <a:br/>
            <a:br/>
            <a:r>
              <a:t>print(math.sqrt(25))</a:t>
            </a:r>
            <a:br/>
            <a:r>
              <a:t>print(math.pow(2, 3))</a:t>
            </a:r>
            <a:br/>
            <a:r>
              <a:t>print(math.ceil(4.2))</a:t>
            </a:r>
            <a:br/>
            <a:r>
              <a:t>print(math.floor(4.8))</a:t>
            </a:r>
            <a:br/>
            <a:r>
              <a:t>print(math.pi)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5204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75688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Geometry</a:t>
            </a:r>
            <a:br/>
            <a:r>
              <a:t>Scientific calculations</a:t>
            </a:r>
            <a:br/>
            <a:r>
              <a:t>Data analysis</a:t>
            </a:r>
            <a:br/>
            <a:r>
              <a:t>Rounding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random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Generate pseudo-random values and make random selections.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import random</a:t>
            </a:r>
            <a:br/>
            <a:br/>
            <a:r>
              <a:t>number = random.randint(1, 10)</a:t>
            </a:r>
            <a:br/>
            <a:r>
              <a:t>print(number)</a:t>
            </a:r>
            <a:br/>
            <a:br/>
            <a:r>
              <a:t>colors = ["Red", "Blue", "Green"]</a:t>
            </a:r>
            <a:br/>
            <a:r>
              <a:t>print(random.choice(colors))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Common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randint(a, b)</a:t>
            </a:r>
            <a:br/>
            <a:r>
              <a:t>→ random integer</a:t>
            </a:r>
            <a:br/>
            <a:br/>
            <a:r>
              <a:t>choice(sequence)</a:t>
            </a:r>
            <a:br/>
            <a:r>
              <a:t>→ random item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datetime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can work with dates and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import datetime</a:t>
            </a:r>
            <a:br/>
            <a:br/>
            <a:r>
              <a:t>now = datetime.datetime.now()</a:t>
            </a:r>
            <a:br/>
            <a:r>
              <a:t>print(now)</a:t>
            </a:r>
            <a:br/>
            <a:br/>
            <a:r>
              <a:t>today = datetime.date.today()</a:t>
            </a:r>
            <a:br/>
            <a:r>
              <a:t>print(today)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Where it's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Banking</a:t>
            </a:r>
            <a:br/>
            <a:r>
              <a:t>Reports</a:t>
            </a:r>
            <a:br/>
            <a:r>
              <a:t>Scheduling</a:t>
            </a:r>
            <a:br/>
            <a:r>
              <a:t>Transactions</a:t>
            </a:r>
            <a:br/>
            <a:r>
              <a:t>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statistics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provides basic statistical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67512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172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import statistics</a:t>
            </a:r>
            <a:br/>
            <a:br/>
            <a:r>
              <a:t>marks = [80, 90, 70, 85, 95]</a:t>
            </a:r>
            <a:br/>
            <a:br/>
            <a:r>
              <a:t>print(statistics.mean(marks))</a:t>
            </a:r>
            <a:br/>
            <a:r>
              <a:t>print(statistics.median(marks))</a:t>
            </a:r>
            <a:br/>
            <a:r>
              <a:t>print(statistics.mode(marks))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mean()</a:t>
            </a:r>
            <a:br/>
            <a:r>
              <a:t>median()</a:t>
            </a:r>
            <a:br/>
            <a:r>
              <a:t>mode()</a:t>
            </a:r>
            <a:br/>
            <a:br/>
            <a:r>
              <a:t>Useful for quick calculations.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os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Interact with the operating system from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import os</a:t>
            </a:r>
            <a:br/>
            <a:br/>
            <a:r>
              <a:t>print(os.getcwd())</a:t>
            </a:r>
            <a:br/>
            <a:r>
              <a:t>print(os.listdir())</a:t>
            </a:r>
            <a:br/>
            <a:br/>
            <a:r>
              <a:t>if os.path.exists("data.csv"):</a:t>
            </a:r>
            <a:br/>
            <a:r>
              <a:t>    print("File exists")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Common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Current directory</a:t>
            </a:r>
            <a:br/>
            <a:r>
              <a:t>List files</a:t>
            </a:r>
            <a:br/>
            <a:r>
              <a:t>Check file existence</a:t>
            </a:r>
            <a:br/>
            <a:r>
              <a:t>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pathlib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modern, readable way to work with file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5800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55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from pathlib import Path</a:t>
            </a:r>
            <a:br/>
            <a:br/>
            <a:r>
              <a:t>path = Path.cwd()</a:t>
            </a:r>
            <a:br/>
            <a:r>
              <a:t>print(path)</a:t>
            </a:r>
            <a:br/>
            <a:br/>
            <a:r>
              <a:t>file = Path("data.csv")</a:t>
            </a:r>
            <a:br/>
            <a:r>
              <a:t>print(file.exists())</a:t>
            </a:r>
            <a:br/>
            <a:br/>
            <a:r>
              <a:t>output = Path("data") / "students.csv"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337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pathlib?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75688"/>
            <a:ext cx="28346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Readable</a:t>
            </a:r>
            <a:br/>
            <a:r>
              <a:t>Cross-platform</a:t>
            </a:r>
            <a:br/>
            <a:r>
              <a:t>Object-oriented paths</a:t>
            </a:r>
            <a:br/>
            <a:br/>
            <a:r>
              <a:t>Very useful for data-processing projects.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json Module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JSON is one of the most important formats for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8920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import json</a:t>
            </a:r>
            <a:br/>
            <a:br/>
            <a:r>
              <a:t>student = {</a:t>
            </a:r>
            <a:br/>
            <a:r>
              <a:t>    "name": "Yohan",</a:t>
            </a:r>
            <a:br/>
            <a:r>
              <a:t>    "age": 22,</a:t>
            </a:r>
            <a:br/>
            <a:r>
              <a:t>    "marks": 85</a:t>
            </a:r>
            <a:br/>
            <a:r>
              <a:t>}</a:t>
            </a:r>
            <a:br/>
            <a:br/>
            <a:r>
              <a:t>json_data = json.dumps(student)</a:t>
            </a:r>
            <a:br/>
            <a:r>
              <a:t>print(json_data)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8920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Dictionary →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json.dumps()</a:t>
            </a:r>
            <a:br/>
            <a:br/>
            <a:r>
              <a:t>Python dictionary</a:t>
            </a:r>
            <a:br/>
            <a:r>
              <a:t>↓</a:t>
            </a:r>
            <a:br/>
            <a:r>
              <a:t>JSON-formatted string</a:t>
            </a:r>
            <a:br/>
            <a:br/>
            <a:r>
              <a:t>Common in APIs and web apps.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JSON →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json.loads() to convert JSON text back into a Python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263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import json</a:t>
            </a:r>
            <a:br/>
            <a:br/>
            <a:r>
              <a:t>json_data = '{"name": "Yohan", "age": 22}'</a:t>
            </a:r>
            <a:br/>
            <a:br/>
            <a:r>
              <a:t>student = json.loads(json_data)</a:t>
            </a:r>
            <a:br/>
            <a:br/>
            <a:r>
              <a:t>print(student["name"])</a:t>
            </a:r>
            <a:br/>
            <a:r>
              <a:t>print(student["age"])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JSON string</a:t>
            </a:r>
            <a:br/>
            <a:r>
              <a:t>↓</a:t>
            </a:r>
            <a:br/>
            <a:r>
              <a:t>json.loads()</a:t>
            </a:r>
            <a:br/>
            <a:r>
              <a:t>↓</a:t>
            </a:r>
            <a:br/>
            <a:r>
              <a:t>Python dictionary</a:t>
            </a:r>
            <a:br/>
            <a:r>
              <a:t>↓</a:t>
            </a:r>
            <a:br/>
            <a:r>
              <a:t>Access values with keys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Module vs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module is usually one Python file; a package organizes related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526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calculator.py</a:t>
            </a:r>
            <a:br/>
            <a:br/>
            <a:r>
              <a:t>One Python file containing reusable code.</a:t>
            </a:r>
            <a:br/>
            <a:br/>
            <a:r>
              <a:t>Can contain functions, classes, and constants.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0292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5262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my_project/</a:t>
            </a:r>
            <a:br/>
            <a:r>
              <a:t>└── utilities/</a:t>
            </a:r>
            <a:br/>
            <a:r>
              <a:t>    ├── calculator.py</a:t>
            </a:r>
            <a:br/>
            <a:r>
              <a:t>    ├── students.py</a:t>
            </a:r>
            <a:br/>
            <a:r>
              <a:t>    └── files.py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__name__ and __main__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can tell whether a file is run directly or imported.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def greet():</a:t>
            </a:r>
            <a:br/>
            <a:r>
              <a:t>    print("Hello")</a:t>
            </a:r>
            <a:br/>
            <a:br/>
            <a:r>
              <a:t>if __name__ == "__main__":</a:t>
            </a:r>
            <a:br/>
            <a:r>
              <a:t>    greet()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use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Run directly:</a:t>
            </a:r>
            <a:br/>
            <a:r>
              <a:t>→ block executes</a:t>
            </a:r>
            <a:br/>
            <a:br/>
            <a:r>
              <a:t>Imported:</a:t>
            </a:r>
            <a:br/>
            <a:r>
              <a:t>→ block does not automatically execute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18. pip vs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Don't confuse installing a package with using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Installs third-party packages.</a:t>
            </a:r>
            <a:br/>
            <a:br/>
            <a:r>
              <a:t>pip install requests</a:t>
            </a:r>
            <a:br/>
            <a:br/>
            <a:r>
              <a:t>Usually run in a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Uses a package/module inside Python.</a:t>
            </a:r>
            <a:br/>
            <a:br/>
            <a:r>
              <a:t>import requests</a:t>
            </a:r>
            <a:br/>
            <a:br/>
            <a:r>
              <a:t>The package must already be installed.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19. Standard Library vs Third-Party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Know whether a package needs installation.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074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5720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Standard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Comes with Python.</a:t>
            </a:r>
            <a:br/>
            <a:br/>
            <a:r>
              <a:t>import math</a:t>
            </a:r>
            <a:br/>
            <a:r>
              <a:t>import random</a:t>
            </a:r>
            <a:br/>
            <a:r>
              <a:t>import json</a:t>
            </a:r>
            <a:br/>
            <a:r>
              <a:t>import os</a:t>
            </a:r>
            <a:br/>
            <a:r>
              <a:t>import datetime</a:t>
            </a:r>
            <a:br/>
            <a:br/>
            <a:r>
              <a:t>Usually no pip install.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074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73152" cy="45720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Third-Party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21408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Installed separately.</a:t>
            </a:r>
            <a:br/>
            <a:br/>
            <a:r>
              <a:t>pip install pandas</a:t>
            </a:r>
            <a:br/>
            <a:r>
              <a:t>pip install numpy</a:t>
            </a:r>
            <a:br/>
            <a:r>
              <a:t>pip install requests</a:t>
            </a:r>
            <a:br/>
            <a:br/>
            <a:r>
              <a:t>Then import them.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20. Practice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Start using the standard library.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math to calculate:</a:t>
            </a:r>
            <a:br/>
            <a:r>
              <a:t>• √144</a:t>
            </a:r>
            <a:br/>
            <a:r>
              <a:t>• 2³</a:t>
            </a:r>
            <a:br/>
            <a:r>
              <a:t>• ceil(4.7)</a:t>
            </a:r>
            <a:br/>
            <a:r>
              <a:t>• floor(4.7)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8006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Generate a random number between 1 and 100.</a:t>
            </a:r>
            <a:br/>
            <a:br/>
            <a:r>
              <a:t>Print whether it is Even or Odd.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48006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languages = ["Python", "Java", "C++", "JavaScript"]</a:t>
            </a:r>
            <a:br/>
            <a:br/>
            <a:r>
              <a:t>Randomly select one language.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21. Practice 4–5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Work with statistics and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166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marks = [85, 72, 91, 64, 78, 88]</a:t>
            </a:r>
            <a:br/>
            <a:br/>
            <a:r>
              <a:t>Use statistics to calculate:</a:t>
            </a:r>
            <a:br/>
            <a:r>
              <a:t>• Mean</a:t>
            </a:r>
            <a:br/>
            <a:r>
              <a:t>• Median</a:t>
            </a:r>
            <a:br/>
            <a:br/>
            <a:r>
              <a:t>Then calculate them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48006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5 —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 = {"name": "Yohan", "age": 22, "marks": 85}</a:t>
            </a:r>
            <a:br/>
            <a:br/>
            <a:r>
              <a:t>1. Convert with json.dumps()</a:t>
            </a:r>
            <a:br/>
            <a:r>
              <a:t>2. Convert back with json.loads()</a:t>
            </a:r>
            <a:br/>
            <a:r>
              <a:t>3. Print the 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22. Challenge ⭐ — Create Your Own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Build your first multi-file Python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93776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434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calculator_project/</a:t>
            </a:r>
            <a:br/>
            <a:r>
              <a:t>│</a:t>
            </a:r>
            <a:br/>
            <a:r>
              <a:t>├── calculator.py</a:t>
            </a:r>
            <a:br/>
            <a:r>
              <a:t>└── main.py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25880"/>
            <a:ext cx="534924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BF1F9"/>
                </a:solidFill>
                <a:latin typeface="Consolas"/>
              </a:defRPr>
            </a:pPr>
            <a:r>
              <a:t># calculator.py</a:t>
            </a:r>
            <a:br/>
            <a:br/>
            <a:r>
              <a:t>def add(a, b):</a:t>
            </a:r>
            <a:br/>
            <a:r>
              <a:t>    return a + b</a:t>
            </a:r>
            <a:br/>
            <a:br/>
            <a:r>
              <a:t>def subtract(a, b):</a:t>
            </a:r>
            <a:br/>
            <a:r>
              <a:t>    return a - b</a:t>
            </a:r>
            <a:br/>
            <a:br/>
            <a:r>
              <a:t>def multiply(a, b):</a:t>
            </a:r>
            <a:br/>
            <a:r>
              <a:t>    return a * b</a:t>
            </a:r>
            <a:br/>
            <a:br/>
            <a:r>
              <a:t>def divide(a, b):</a:t>
            </a:r>
            <a:br/>
            <a:r>
              <a:t>    return a / 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23. Challenge — main.py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Import your module and use its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640080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5897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# main.py</a:t>
            </a:r>
            <a:br/>
            <a:br/>
            <a:r>
              <a:t>import calculator</a:t>
            </a:r>
            <a:br/>
            <a:br/>
            <a:r>
              <a:t>print(calculator.add(10, 20))</a:t>
            </a:r>
            <a:br/>
            <a:r>
              <a:t>print(calculator.subtract(20, 5))</a:t>
            </a:r>
            <a:br/>
            <a:r>
              <a:t>print(calculator.multiply(5, 4))</a:t>
            </a:r>
            <a:br/>
            <a:r>
              <a:t>print(calculator.divide(20, 4))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611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75688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calculator.py</a:t>
            </a:r>
            <a:br/>
            <a:r>
              <a:t>↓</a:t>
            </a:r>
            <a:br/>
            <a:r>
              <a:t>import</a:t>
            </a:r>
            <a:br/>
            <a:r>
              <a:t>↓</a:t>
            </a:r>
            <a:br/>
            <a:r>
              <a:t>main.py</a:t>
            </a:r>
            <a:br/>
            <a:r>
              <a:t>↓</a:t>
            </a:r>
            <a:br/>
            <a:r>
              <a:t>call functions</a:t>
            </a:r>
            <a:br/>
            <a:r>
              <a:t>↓</a:t>
            </a:r>
            <a:br/>
            <a:r>
              <a:t>get results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7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You can now organize Python programs into reusable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Modules → reusable Python files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import and from ... import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Aliases with as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Python Standard Library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math, random, datetime, statistics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os and pathlib for files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json for structured data and APIs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Packages vs modules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pip vs import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__name__ == "__main__"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A0B4"/>
                </a:solidFill>
                <a:latin typeface="Aptos"/>
              </a:defRPr>
            </a:pPr>
            <a:r>
              <a:t>Next → Day 8: File Handling &amp; Exceptions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2148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Modules &amp; Standard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101041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official Python documentation for modules, imports, packages, and standard-library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docs.python.org/3/tutorial/modules.html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docs.python.org/3/library/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